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B1-2 평가 대비 발표자료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/ CPU Spike / Deadlock  결과와 평가 질문 답변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주제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3547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프로세스 및 시스템 리소스 트러블슈팅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3063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대상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85032" y="3547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agent-leak-app-x86 실행 결과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3063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증거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3547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로그, monitor.sh, ps, top, /proc, ps -L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81160" y="3063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핵심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45752" y="3547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사실과 추론을 분리해 보고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미션 요구사항과 제출물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217920" cy="2743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요건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장애 유형별 GitHub Issue 형식 리포트 작성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리포트: 현상, 증거, 원인, 조치 및 검증 포함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증거: monitor.sh, 앱 로그, ps/top, 스레드/프로세스 상태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제출물: oom.md, cpu-spike.md, deadlock.md, evidence/logs/*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846320" cy="27432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508760"/>
            <a:ext cx="4517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제출 파일 목록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b1-2_codex/reports/oom.md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b1-2_codex/reports/cpu-spike.md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b1-2_codex/reports/deadlock.md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b1-2_codex/evidence/logs/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4389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리포트는 GitHub Issue 양식을 따르며 재현 가능한 증거 스크린샷 첨부 필수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monitor.sh 스크립트 결과 로그는 evidence/logs/ 하위에 타임스탬프 파일명으로 보관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실행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정보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환경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OrbStack Ubuntu b1-lab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/home/agent-admin/agent-app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15034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경로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api_keys/secret.key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508760"/>
            <a:ext cx="51572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원본 파일 동일성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VM:    agent-leak-app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local: agent-leak-app-x86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zip:   agent-leak-app-x86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7e0a19cfa80ece6b547a5008273661f0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d4d71e526e96b51e0d0f341dd1bb3e40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바이너리의 SHA-256 해시가 일치 -&gt; 동일 바이너리로 실험 진행 확인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결과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361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MEMORY_LIMIT=50에서 MemoryGuard 자기 종료 재현 성공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361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CPU Spike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CPU_MAX_OCCUPY 값에 따라 cooldown 동작 변화 확인. Watchdog 종료 미관찰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5478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Deadlock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문구 출력됐지만 Threads=1, WAITING/BLOCKED 로그 없음 → 미재현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3832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5478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결론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OOM은 재현, CPU/Deadlock은 교재 기대와 다른 실제 동작을 정직하게 보고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 —  OOM 관찰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MEMORY_LIMIT=50 실행 결과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MEMORY_LIMIT=50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25MB -&gt; 50MB 증가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50MB 도달 즉시 MemoryGuard 발동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종료 후 포트도 닫힘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8192" y="1508760"/>
            <a:ext cx="5431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17:18:00  Current Heap: 25MB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17:18:03  Current Heap: 50MB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limit exceeded (50MB &gt;= 50MB)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Self-terminating process 3114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monitor.sh: PID 3114 RSS 44232KB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next snapshot: PROCESS FAIL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4160520"/>
            <a:ext cx="10917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MEMORY_LIMIT=512:  관찰 시간 내 종료 로그 없음  |  MEMORY_LIMIT 상향으로 단기 완화 가능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OOM  원인과 답변 포인트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누수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힙에 쌓인 데이터가 해제되지 않아 사용량 지속 증가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61688" y="1417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44568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관찰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44568" y="2011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내부 Heap 카운터와 OS RSS를 함께 비교해 이중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66176" y="1417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49056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MemoryGuard 역할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49056" y="2011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전체 불안정 방지를 위해 자기 프로세스를 종료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56816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39696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 조치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9696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MEMORY_LIMIT 상향으로 단기 완화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61304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44184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조치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44184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해제, 캐시 크기 제한, 스트리밍 처리 도입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 —  CPU Spike 관찰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CPU_MAX_OCCUPY 값 변경 실험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CPU_MAX_OCCUPY=10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도달 후 'Peak reached' 메시지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종료 대신 cooldown 반복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CPU_MAX_OCCUPY=50 -&gt; 24.78% 상승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8192" y="1508760"/>
            <a:ext cx="5431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CpuWorker Started. Maximum CPU Limit: 10%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Load: 5.00%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reached (10.00%). Starting cooldown...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Cooldown complete (5.00%). Resuming...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[After] Current Load: 24.78%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160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-C agent-leak-app  |  top -bn1 -p PID  |  ps -L -p PID  (스레드 확인 도구)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해석과 교재 예시와의 차이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교재 기대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5270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임계치 초과 -&gt; Watchdog/SIGTERM 종료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715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실제 결과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7157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WATCHDOG, SIGTERM, CPU Threshold Violated 로그 미관찰. cooldown만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904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확인된 사실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90448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CPU_MAX_OCCUPY는 cooldown 임계치로 반영됨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5093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평가 답변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50932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Spike와 환경변수 영향은 확인, 종료 재현은 실패로 정직하게 보고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 —  Deadlock 관찰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MULTI_THREAD_ENABLE=true 실행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MULTI_THREAD_ENABLE=true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DEADLOCK 경고 출력됨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실제 작업 프로세스 Threads=1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WAITING/BLOCKED/lock 로그 없음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8192" y="1508760"/>
            <a:ext cx="5431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WARNING: POTENTIAL DEADLOCK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Load: 5.00%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Load: 10.27%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Load: 21.62%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/proc/PID/status -&gt; Threads: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-L: one TID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160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문구는 앱 내부 로직에서 출력 / 실제 OS 레벨 스레드 수는 1개로 확인됨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판단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27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생존만으로 Deadlock 판단 — 불충분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420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증거: 여러 스레드 + 로그 정지 + WAITING/BLOCKED + lock 순환 대기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456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결과: PID는 있었지만 로그 진행, Threads=1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3708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원본 앱 기준 Deadlock 미재현으로 판단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2852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답변: 경고 문구와 실제 OS 관측값을 분리해서 설명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진단 도구와 판단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508760"/>
            <a:ext cx="10917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monitor.sh:  pgrep -x agent-leak-app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ps -p PID -o pid,ppid,user,%cpu,%mem,rss,stat,cmd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        ps -C agent-leak-app  |  top -bn1 -p PID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      ps -L -p PID  |  top -H -bn1 -p PID  |  /proc/PID/status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 존재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3246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0E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CPU / RSS 변화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3246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앱 로그 마지막 지점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3246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0E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스레드 수와 상태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18320" y="3246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55480" y="3429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환경변수 변경 전후 비교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 질문 답변  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monitor.sh는 무엇을 봤나?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813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PID별 %CPU, %MEM, RSS, STAT, CMD를 2초마다 기록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RSS란?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27614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물리 메모리에 올라온 프로세스 resident set 크기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Heap과 RSS가 왜 다른가?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40416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카운터와 OS 실측값은 기준과 단위가 다름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5321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도구 선택 이유?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53218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ps는 스냅샷, top은 실시간/순간 부하, ps -L은 스레드 확인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 질문 답변  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Watchdog은 발동했나?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813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원본 앱에서는 발동 로그가 없었고 cooldown만 확인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Deadlock은 발생했나?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27614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아니다. Threads=1이라 순환 대기 증거가 없음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서버라면 monitor.sh 개선은?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40416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증가율, 임계치 알림, PID 계층 추적, 로그 로테이션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5321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치명적인 장애는?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53218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Deadlock은 생존 체크를 통과할 수 있어 탐지가 까다로움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90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OOM 재현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MemoryGuard 자기 종료가 명확히 재현됨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490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CPU 부분 확인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임계치에 따른 cooldown은 확인, Watchdog 종료는 미재현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410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Deadlock 미재현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경고만 확인, 스레드/락 대기 증거가 없어 미재현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26335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3410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핵심 역량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로그와 OS 관제 데이터로 관찰 사실과 추론을 분리해 보고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 평가 대비  |  원본 agent-leak-app-x86 실행 결과  |  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B1-2 평가 대비 발표자료</dc:title>
  <dc:subject>PptxGenJS Presentation</dc:subject>
  <dc:creator>PptxGenJS</dc:creator>
  <cp:lastModifiedBy>PptxGenJS</cp:lastModifiedBy>
  <cp:revision>1</cp:revision>
  <dcterms:created xsi:type="dcterms:W3CDTF">2026-06-22T08:53:51Z</dcterms:created>
  <dcterms:modified xsi:type="dcterms:W3CDTF">2026-06-22T08:53:51Z</dcterms:modified>
</cp:coreProperties>
</file>