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00200"/>
            <a:ext cx="104241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" b="1">
                <a:solidFill>
                  <a:srgbClr val="FFFFFF"/>
                </a:solidFill>
              </a:defRPr>
            </a:pPr>
            <a:r>
              <a:t>파일 기반 가계부 콘솔 프로그램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CDE0F7"/>
                </a:solidFill>
              </a:defRPr>
            </a:pPr>
            <a:r>
              <a:t>과제 목표 설명 · 기능 요구사항 충족 근거 · 실제 실행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37376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B2-1 Python과 Git 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발표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9611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목표를 설명하고, 요구사항별 구현과 실행 결과로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3063240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869B6"/>
                </a:solidFill>
              </a:defRPr>
            </a:pPr>
            <a:r>
              <a:t>과제 목표 5가지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1. 파일 저장과 CRUD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2. 계층별 모듈 구조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3. yield 스트리밍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4. 데코레이터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5. 타입 힌트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36192"/>
            <a:ext cx="3063240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8C5A"/>
                </a:solidFill>
              </a:defRPr>
            </a:pPr>
            <a:r>
              <a:t>요구사항 충족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10개 CLI 기능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3종 JSONL 파일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입력 검증과 오류 처리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수정·삭제 안전성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CSV 가져오기/내보내기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36192"/>
            <a:ext cx="3063240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462"/>
                </a:solidFill>
              </a:defRPr>
            </a:pPr>
            <a:r>
              <a:t>입증 자료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실행 결과 텍스트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저장 파일 예시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코드 위치와 함수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성공·실패 사례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월 예산 초과 사례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과제 목표 1 | 파일 저장과 CRUD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9611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파일 기반 저장으로 데이터를 계속 보관하고 기능을 구현할 수 있는가?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37376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근거: budget_app/repository.py · 제출/data_예시/transactions.jsonl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53312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72184"/>
            <a:ext cx="489204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8C5A"/>
                </a:solidFill>
              </a:defRPr>
            </a:pPr>
            <a:r>
              <a:t>쉽게 설명하면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가계부 데이터는 프로그램 메모리만이 아니라 JSONL 파일에 기록됩니다. 명령을 다시 실행해도 파일에서 읽기 때문에 내용이 남습니다.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53312"/>
            <a:ext cx="52578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463040"/>
            <a:ext cx="49286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DD3FC"/>
                </a:solidFill>
              </a:defRPr>
            </a:pPr>
            <a:r>
              <a:t>저장 파일 예시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{"id":"TX-000001","date":"2024-01-15",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"type":"expense","category":"food",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"amount":18000,"memo":"점심(수정)"}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493008"/>
            <a:ext cx="10762488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611879"/>
            <a:ext cx="1039672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869B6"/>
                </a:solidFill>
              </a:defRPr>
            </a:pPr>
            <a:r>
              <a:t>설명할 핵심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추가(add)는 한 줄을 덧붙이고, 조회(list/search)는 파일을 읽습니다. 수정(update)과 삭제(delete)는 대상 거래를 반영한 새 파일을 작성해 교체합니다. 요약은 해당 월을 집계하고 CSV 입출력은 외부 교환 형식으로 변환합니다.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과제 목표 2 | 클래스와 모듈로 책임 나누기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9611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코드를 기능별 계층으로 나누면 각 파일의 역할을 설명하고 바꾸기 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8006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869B6"/>
                </a:solidFill>
              </a:defRPr>
            </a:pPr>
            <a:r>
              <a:t>진입점 · __main__.py</a:t>
            </a: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  <a:r>
              <a:t>cli.main()을 호출해 프로그램을 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36192"/>
            <a:ext cx="48006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869B6"/>
                </a:solidFill>
              </a:defRPr>
            </a:pPr>
            <a:r>
              <a:t>CLI · cli.py</a:t>
            </a: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  <a:r>
              <a:t>명령 옵션 파싱, 대화형 입력, 결과 출력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35808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79"/>
            <a:ext cx="48006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8C5A"/>
                </a:solidFill>
              </a:defRPr>
            </a:pPr>
            <a:r>
              <a:t>서비스 · service.py</a:t>
            </a: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  <a:r>
              <a:t>날짜·금액 검증, 카테고리 규칙, 월별 계산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35808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79"/>
            <a:ext cx="48006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8C5A"/>
                </a:solidFill>
              </a:defRPr>
            </a:pPr>
            <a:r>
              <a:t>저장소 · repository.py</a:t>
            </a: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  <a:r>
              <a:t>JSONL 파일 읽기·쓰기, 원자적 교체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4681728"/>
            <a:ext cx="83667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4800600"/>
            <a:ext cx="800100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462"/>
                </a:solidFill>
              </a:defRPr>
            </a:pPr>
            <a:r>
              <a:t>모델 · models.py</a:t>
            </a: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  <a:r>
              <a:t>Transaction dataclass로 거래 1건의 필드와 변환 방식을 정의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과제 목표 3 | yield 기반 제너레이터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9611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파일이 커져도 한 번에 전부 읽지 않도록 처리 흐름을 만들 수 있는가?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37376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근거: repository.py의 iter_all/latest/search · 제출/results/03_list.txt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53312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72184"/>
            <a:ext cx="489204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8C5A"/>
                </a:solidFill>
              </a:defRPr>
            </a:pPr>
            <a:r>
              <a:t>쉽게 설명하면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yield는 값을 하나씩 만들어 호출한 쪽에 전달합니다. iter_all()은 JSONL의 한 줄을 읽어 Transaction 하나를 반환합니다.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53312"/>
            <a:ext cx="52578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463040"/>
            <a:ext cx="49286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DD3FC"/>
                </a:solidFill>
              </a:defRPr>
            </a:pPr>
            <a:r>
              <a:t>repository.py 핵심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def iter_all(self):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for row in _read_jsonl(self.path):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yield Transaction.from_dict(row)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def latest(self, limit):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window = deque(maxlen=limit)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493008"/>
            <a:ext cx="10762488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611879"/>
            <a:ext cx="1039672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869B6"/>
                </a:solidFill>
              </a:defRPr>
            </a:pPr>
            <a:r>
              <a:t>설명할 핵심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list는 deque에 최근 N건만 보관합니다. 반면 search는 최신순으로 반환하기 위해 현재 일치 결과를 모읍니다. 따라서 파일 읽기는 한 줄씩이어도 검색 결과가 많으면 메모리 사용량은 결과 수에 따라 증가합니다.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과제 목표 4 | 데코레이터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9611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로그·예외 처리·시간 측정을 명령 함수마다 반복하지 않고 분리할 수 있는가?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37376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근거: budget_app/decorators.py · 제출/budget_app_예시.log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53312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72184"/>
            <a:ext cx="489204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8C5A"/>
                </a:solidFill>
              </a:defRPr>
            </a:pPr>
            <a:r>
              <a:t>쉽게 설명하면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데코레이터는 명령 함수를 감싸 공통 동작을 더합니다. 명령 본문은 기능에 집중하고, 로그와 오류 표시는 공통 코드로 처리합니다.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53312"/>
            <a:ext cx="52578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463040"/>
            <a:ext cx="49286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DD3FC"/>
                </a:solidFill>
              </a:defRPr>
            </a:pPr>
            <a:r>
              <a:t>cli.py 적용 예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@handle_errors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@log_execution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def cmd_add(args):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...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# log: status, elapsed 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493008"/>
            <a:ext cx="10762488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611879"/>
            <a:ext cx="1039672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869B6"/>
                </a:solidFill>
              </a:defRPr>
            </a:pPr>
            <a:r>
              <a:t>설명할 핵심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log_execution은 함수명, 성공/실패, 실행 시간을 budget_app.log에 기록합니다. handle_errors는 AppError나 예외를 사용자용 오류/힌트로 바꾸고 정상은 0, 오류는 1을 반환합니다.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과제 목표 5 | 타입 힌트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9611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함수와 데이터가 주고받는 값의 종류를 명확히 설명할 수 있는가?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37376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근거: budget_app/service.py · budget_app/models.py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353312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72184"/>
            <a:ext cx="489204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8C5A"/>
                </a:solidFill>
              </a:defRPr>
            </a:pPr>
            <a:r>
              <a:t>쉽게 설명하면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타입 힌트는 코드의 입출력 설명서입니다. 에디터와 코드를 읽는 사람이 예상 값과 반환 값을 파악하는 데 도움을 줍니다. 런타임 자동 검증 기능과는 다릅니다.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53312"/>
            <a:ext cx="52578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463040"/>
            <a:ext cx="49286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DD3FC"/>
                </a:solidFill>
              </a:defRPr>
            </a:pPr>
            <a:r>
              <a:t>코드 예시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def validate_amount(amount_str: str) -&gt; int: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...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@dataclass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class Transaction: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id: str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amount: int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tags: list[str]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493008"/>
            <a:ext cx="10762488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611879"/>
            <a:ext cx="1039672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869B6"/>
                </a:solidFill>
              </a:defRPr>
            </a:pPr>
            <a:r>
              <a:t>설명할 핵심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문자열 금액을 받아 양의 정수로 반환하는 계약과 거래 모델의 필드를 코드에서 바로 확인할 수 있습니다. 선택 값은 str | None처럼 표시합니다.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기능 요구사항 | 10개 명령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9611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최종 결과물에 명시된 명령 단위로 정리했습니다.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325880"/>
            <a:ext cx="5138928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99032"/>
            <a:ext cx="4809744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69B6"/>
                </a:solidFill>
              </a:defRPr>
            </a:pPr>
            <a:r>
              <a:t>01   add · 거래 추가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325880"/>
            <a:ext cx="5138928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399032"/>
            <a:ext cx="4809744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8C5A"/>
                </a:solidFill>
              </a:defRPr>
            </a:pPr>
            <a:r>
              <a:t>02   list · 거래 목록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130552"/>
            <a:ext cx="5138928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03704"/>
            <a:ext cx="4809744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69B6"/>
                </a:solidFill>
              </a:defRPr>
            </a:pPr>
            <a:r>
              <a:t>03   search · 조건 검색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2130552"/>
            <a:ext cx="5138928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203704"/>
            <a:ext cx="4809744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8C5A"/>
                </a:solidFill>
              </a:defRPr>
            </a:pPr>
            <a:r>
              <a:t>04   summary · 월별 요약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935224"/>
            <a:ext cx="5138928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08376"/>
            <a:ext cx="4809744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69B6"/>
                </a:solidFill>
              </a:defRPr>
            </a:pPr>
            <a:r>
              <a:t>05   budget · 예산 설정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2935224"/>
            <a:ext cx="5138928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008376"/>
            <a:ext cx="4809744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8C5A"/>
                </a:solidFill>
              </a:defRPr>
            </a:pPr>
            <a:r>
              <a:t>06   category · 카테고리 관리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739896"/>
            <a:ext cx="5138928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13048"/>
            <a:ext cx="4809744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69B6"/>
                </a:solidFill>
              </a:defRPr>
            </a:pPr>
            <a:r>
              <a:t>07   update · 거래 수정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3739896"/>
            <a:ext cx="5138928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813048"/>
            <a:ext cx="4809744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8C5A"/>
                </a:solidFill>
              </a:defRPr>
            </a:pPr>
            <a:r>
              <a:t>08   delete · 거래 삭제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544568"/>
            <a:ext cx="5138928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4809744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69B6"/>
                </a:solidFill>
              </a:defRPr>
            </a:pPr>
            <a:r>
              <a:t>09   import · CSV 가져오기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4544568"/>
            <a:ext cx="5138928" cy="630936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617720"/>
            <a:ext cx="4809744" cy="4846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68C5A"/>
                </a:solidFill>
              </a:defRPr>
            </a:pPr>
            <a:r>
              <a:t>10   export · CSV 내보내기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5623560"/>
            <a:ext cx="96926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742432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462"/>
                </a:solidFill>
              </a:defRPr>
            </a:pPr>
            <a:r>
              <a:t>공통 요구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  <a:r>
              <a:t>명령 도움말(--help) · 입력 검증 · 오류 원인/힌트 · 종료 코드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요구사항 | 영구 저장과 데이터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9611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세 종류 데이터를 각각 JSONL로 저장하고 Transaction을 dataclass로 표현합니다.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306324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869B6"/>
                </a:solidFill>
              </a:defRPr>
            </a:pPr>
            <a:r>
              <a:t>transactions.jsonl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거래 ID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날짜 / 수입·지출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카테고리 / 금액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메모 / 태그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290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36192"/>
            <a:ext cx="306324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8C5A"/>
                </a:solidFill>
              </a:defRPr>
            </a:pPr>
            <a:r>
              <a:t>categories.jsonl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등록된 카테고리 이름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기본값: food, transport,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rent, salary, etc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4290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36192"/>
            <a:ext cx="306324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462"/>
                </a:solidFill>
              </a:defRPr>
            </a:pPr>
            <a:r>
              <a:t>budgets.jsonl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월별 예산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month + amount</a:t>
            </a:r>
          </a:p>
          <a:p>
            <a:pPr>
              <a:spcAft>
                <a:spcPts val="300"/>
              </a:spcAft>
              <a:defRPr sz="1500">
                <a:solidFill>
                  <a:srgbClr val="222222"/>
                </a:solidFill>
              </a:defRPr>
            </a:pPr>
            <a:r>
              <a:t>예: 2024-01 / 100000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4160520"/>
            <a:ext cx="9646920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4751" y="4270248"/>
            <a:ext cx="93177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DD3FC"/>
                </a:solidFill>
              </a:defRPr>
            </a:pPr>
            <a:r>
              <a:t>저장 파일 실제 예시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{"month":"2024-01","amount":100000}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한 줄마다 JSON 객체 하나를 저장하는 JSONL 형식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입증자료 | 거래 추가와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9611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실제 결과 파일: 02_add_1.txt · 03_list.txt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429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27048"/>
            <a:ext cx="4882896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DD3FC"/>
                </a:solidFill>
              </a:defRPr>
            </a:pPr>
            <a:r>
              <a:t>추가: python3 -m budget_app add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날짜: 2024-01-15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타입: expense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카테고리: food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금액: 15000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메모: 점심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태그: meal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[저장 완료] id=TX-000001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3429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527048"/>
            <a:ext cx="4882896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DD3FC"/>
                </a:solidFill>
              </a:defRPr>
            </a:pPr>
            <a:r>
              <a:t>목록: python3 -m budget_app list --limit 3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TX-000004 | 2024-01-10 | expense | rent | 150000 | 월세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TX-000003 | 2024-01-12 | expense | transport | 20000 | 택시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TX-000002 | 2024-01-14 | income | salary | 3000000 | 월급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종료 코드: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230368"/>
            <a:ext cx="941832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534924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8C5A"/>
                </a:solidFill>
              </a:defRPr>
            </a:pPr>
            <a:r>
              <a:t>확인</a:t>
            </a: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  <a:r>
              <a:t>추가는 ID를 발급해 저장하고, 목록은 최신 입력 순으로 최대 3건을 보여줍니다.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입증자료 | 검색과 입력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9611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실제 결과 파일: 04_search_category.txt · 13_add_invalid_date_retry.txt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27048"/>
            <a:ext cx="48828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DD3FC"/>
                </a:solidFill>
              </a:defRPr>
            </a:pPr>
            <a:r>
              <a:t>검색: --category food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TX-000001 | 2024-01-15 | expense | food | 15000 | 점심 | #meal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종료 코드: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527048"/>
            <a:ext cx="48828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DD3FC"/>
                </a:solidFill>
              </a:defRPr>
            </a:pPr>
            <a:r>
              <a:t>잘못된 날짜 입력 후 재시도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입력: 2024-13-40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[오류] 날짜 형식이 올바르지 않습니다.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[힌트] 예: 2024-01-15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다시 입력: 2024-01-20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[저장 완료] id=TX-000007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종료 코드: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230368"/>
            <a:ext cx="941832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534924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8C5A"/>
                </a:solidFill>
              </a:defRPr>
            </a:pPr>
            <a:r>
              <a:t>확인</a:t>
            </a: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  <a:r>
              <a:t>검색 조건 적용과 대화형 입력 오류 복구 흐름을 실제 출력으로 확인했습니다.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입증자료 | 월별 요약과 예산 경고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9611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실제 결과 파일: 05_summary_before_budget.txt · 06_budget_set.txt · 07_summary_after_budget.txt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27048"/>
            <a:ext cx="48828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DD3FC"/>
                </a:solidFill>
              </a:defRPr>
            </a:pPr>
            <a:r>
              <a:t>예산 설정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$ python3 -m budget_app budget set \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  --month 2024-01 --amount 100000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[저장 완료] 2024-01 예산 100000원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3383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527048"/>
            <a:ext cx="48828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DD3FC"/>
                </a:solidFill>
              </a:defRPr>
            </a:pPr>
            <a:r>
              <a:t>요약 결과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총 수입: 3000000원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총 지출: 185000원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잔액: 2815000원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예산: 100000원 (사용률 185.0%)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[경고] 이번 달 예산을 초과했습니다.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230368"/>
            <a:ext cx="941832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534924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8C5A"/>
                </a:solidFill>
              </a:defRPr>
            </a:pPr>
            <a:r>
              <a:t>확인</a:t>
            </a: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  <a:r>
              <a:t>수입·지출·잔액·카테고리 TOP과 예산 사용률 및 초과 경고가 출력됩니다.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입증자료 | 카테고리 관리와 수정·삭제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9611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실제 결과 파일: 09_category_remove_blocked.txt · 10_update.txt · 10_delete_not_found.txt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306324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869B6"/>
                </a:solidFill>
              </a:defRPr>
            </a:pPr>
            <a:r>
              <a:t>사용 중 카테고리 삭제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  <a:r>
              <a:t>food 카테고리 삭제 시도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  <a:r>
              <a:t>[오류] 사용 중인 거래가 있어 삭제할 수 없습니다.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  <a:r>
              <a:t>종료 코드: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36192"/>
            <a:ext cx="306324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8C5A"/>
                </a:solidFill>
              </a:defRPr>
            </a:pPr>
            <a:r>
              <a:t>거래 수정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  <a:r>
              <a:t>update --id TX-000001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  <a:r>
              <a:t>--amount 18000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  <a:r>
              <a:t>--memo '점심(수정)'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  <a:r>
              <a:t>[수정 완료] id=TX-000001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  <a:r>
              <a:t>종료 코드: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36192"/>
            <a:ext cx="3063240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462"/>
                </a:solidFill>
              </a:defRPr>
            </a:pPr>
            <a:r>
              <a:t>없는 거래 삭제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  <a:r>
              <a:t>delete --id TX-999999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  <a:r>
              <a:t>[오류] 존재하지 않는 거래 ID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  <a:r>
              <a:t>[힌트] list에서 ID 확인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  <a:r>
              <a:t>종료 코드: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4892040"/>
            <a:ext cx="9646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39" y="5010912"/>
            <a:ext cx="928116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8C5A"/>
                </a:solidFill>
              </a:defRPr>
            </a:pPr>
            <a:r>
              <a:t>확인</a:t>
            </a: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  <a:r>
              <a:t>사용 중 카테고리 보호, 옵션 기반 수정, 존재하지 않는 ID 오류 처리를 확인했습니다.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요구사항 | 원자적 교체와 오류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9611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수정/삭제의 파일 안정성과 스택트레이스 없는 사용자 메시지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84632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869B6"/>
                </a:solidFill>
              </a:defRPr>
            </a:pPr>
            <a:r>
              <a:t>원자적 쓰기 흐름</a:t>
            </a: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  <a:r>
              <a:t>① 임시 파일에 새 내용을 모두 기록</a:t>
            </a: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  <a:r>
              <a:t>② 기록이 끝나면 os.replace()로 교체</a:t>
            </a: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  <a:r>
              <a:t>쓰는 도중 실패하면 기존 파일을 유지할 수 있어, 절반만 기록된 내용으로 원본을 덮을 위험을 줄입니다.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527048"/>
            <a:ext cx="488289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DD3FC"/>
                </a:solidFill>
              </a:defRPr>
            </a:pPr>
            <a:r>
              <a:t>오류 처리 근거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AppError → [오류] 원인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          → [힌트] 해결 방법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          → 종료 코드 1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정상 실행 → 종료 코드 0</a:t>
            </a:r>
          </a:p>
          <a:p>
            <a:pPr>
              <a:spcAft>
                <a:spcPts val="200"/>
              </a:spcAft>
              <a:defRPr sz="1400">
                <a:solidFill>
                  <a:srgbClr val="E2E8F0"/>
                </a:solidFill>
                <a:latin typeface="Consolas"/>
              </a:defRPr>
            </a:pPr>
            <a:r>
              <a:t>로그 → 함수명/status/소요시간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892040"/>
            <a:ext cx="94183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5010912"/>
            <a:ext cx="905256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8C5A"/>
                </a:solidFill>
              </a:defRPr>
            </a:pPr>
            <a:r>
              <a:t>근거</a:t>
            </a:r>
          </a:p>
          <a:p>
            <a:pPr>
              <a:spcAft>
                <a:spcPts val="300"/>
              </a:spcAft>
              <a:defRPr sz="1300">
                <a:solidFill>
                  <a:srgbClr val="222222"/>
                </a:solidFill>
              </a:defRPr>
            </a:pPr>
            <a:r>
              <a:t>budget_app/repository.py의 _atomic_write_jsonl · decorators.py의 handle_errors/log_execution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입증자료 | CSV 가져오기와 내보내기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9611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실제 결과 파일: 11_export.txt · 12_import.txt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154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27048"/>
            <a:ext cx="488289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DD3FC"/>
                </a:solidFill>
              </a:defRPr>
            </a:pPr>
            <a:r>
              <a:t>내보내기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$ python3 -m budget_app export \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--out export.csv --month 2024-01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[완료] export.csv (3 records)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CSV 헤더: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date,type,category,amount,memo,tags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3154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527048"/>
            <a:ext cx="488289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DD3FC"/>
                </a:solidFill>
              </a:defRPr>
            </a:pPr>
            <a:r>
              <a:t>가져오기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$ python3 -m budget_app import \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--from import_test.csv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[완료] imported=2, skipped=1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정상 행은 등록하고, 잘못된 행은 건너뜁니다.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074920"/>
            <a:ext cx="9418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5193792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8C5A"/>
                </a:solidFill>
              </a:defRPr>
            </a:pPr>
            <a:r>
              <a:t>CSV 최소 필드</a:t>
            </a: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  <a:r>
              <a:t>date · type · category · amount · memo(선택) · tags(선택) / UTF-8, 헤더 포함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결과 예시 | 사용자 관점에서 보이는 동작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9611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명령을 실행하면 아래와 같이 결과를 확인할 수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3375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27048"/>
            <a:ext cx="4882896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DD3FC"/>
                </a:solidFill>
              </a:defRPr>
            </a:pPr>
            <a:r>
              <a:t>추가 후 성공 메시지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$ python3 -m budget_app add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날짜: 2024-01-15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타입: expense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카테고리: food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금액: 15000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[저장 완료] id=TX-000001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333756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527048"/>
            <a:ext cx="4882896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DD3FC"/>
                </a:solidFill>
              </a:defRPr>
            </a:pPr>
            <a:r>
              <a:t>조건 없는 export는 오류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$ python3 -m budget_app export \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  --out export2.csv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[오류] export는 --month 또는 --from/--to 조건이 최소 1개 필요합니다.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[힌트] 예: export --out export.csv --month 2024-01</a:t>
            </a: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E2E8F0"/>
                </a:solidFill>
                <a:latin typeface="Consolas"/>
              </a:defRPr>
            </a:pPr>
            <a:r>
              <a:t>종료 코드: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230368"/>
            <a:ext cx="9418320" cy="667512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534924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8C5A"/>
                </a:solidFill>
              </a:defRPr>
            </a:pPr>
            <a:r>
              <a:t>결과</a:t>
            </a: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  <a:r>
              <a:t>정상 완료와 잘못된 사용 모두 메시지와 종료 코드로 구분됩니다.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점검 메모 | 실행 결과와 요구사항을 정확히 설명하기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896112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673"/>
                </a:solidFill>
              </a:defRPr>
            </a:pPr>
            <a:r>
              <a:t>실제 구현에서 보완이 필요한 부분도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417320"/>
            <a:ext cx="10652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36192"/>
            <a:ext cx="102870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869B6"/>
                </a:solidFill>
              </a:defRPr>
            </a:pPr>
            <a:r>
              <a:t>검색의 메모리</a:t>
            </a: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  <a:r>
              <a:t>파일은 한 줄씩 읽지만, search는 최신순 출력을 위해 일치 결과를 모읍니다. 결과가 많으면 메모리 사용량도 늘어납니다.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788920"/>
            <a:ext cx="10652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907791"/>
            <a:ext cx="102870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68C5A"/>
                </a:solidFill>
              </a:defRPr>
            </a:pPr>
            <a:r>
              <a:t>export 조건</a:t>
            </a: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  <a:r>
              <a:t>현재 구현은 --month, --from, --to 중 하나만 있어도 허용합니다. 과제 요구의 날짜 범위(--from와 --to)를 모두 요구하도록 보완할 필요가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160520"/>
            <a:ext cx="10652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279392"/>
            <a:ext cx="102870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462"/>
                </a:solidFill>
              </a:defRPr>
            </a:pPr>
            <a:r>
              <a:t>날짜 형식 검증</a:t>
            </a:r>
          </a:p>
          <a:p>
            <a:pPr>
              <a:spcAft>
                <a:spcPts val="300"/>
              </a:spcAft>
              <a:defRPr sz="1400">
                <a:solidFill>
                  <a:srgbClr val="222222"/>
                </a:solidFill>
              </a:defRPr>
            </a:pPr>
            <a:r>
              <a:t>export의 날짜 필터는 현재 YYYY-MM-DD 형식을 검증하지 않습니다. 엄격한 입력 검증을 위해 보완 항목으로 남깁니다.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9184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마무리 | 요구사항과 근거를 연결해 설명하기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5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10149840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23462"/>
                </a:solidFill>
              </a:defRPr>
            </a:pPr>
            <a:r>
              <a:t>발표 요약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JSONL 파일 3개에 거래·카테고리·예산을 영구 저장합니다.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CLI / Service / Repository / Model 계층으로 책임을 나눴습니다.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제너레이터로 파일을 한 줄씩 읽고, 목록 조회는 최근 N건을 유지합니다.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데코레이터가 오류 표시와 실행 로그·시간 측정을 공통 처리합니다.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타입 힌트와 dataclass로 데이터 구조와 함수 계약을 읽기 쉽게 표현합니다.</a:t>
            </a:r>
          </a:p>
          <a:p>
            <a:pPr>
              <a:spcAft>
                <a:spcPts val="300"/>
              </a:spcAft>
              <a:defRPr sz="1700">
                <a:solidFill>
                  <a:srgbClr val="222222"/>
                </a:solidFill>
              </a:defRPr>
            </a:pPr>
            <a:r>
              <a:t>10개 명령의 성공·오류 실행 결과를 제출 자료로 확인할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