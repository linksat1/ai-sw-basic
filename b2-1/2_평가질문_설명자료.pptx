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46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2412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파일 기반 가계부 프로그램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3182112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CDE0F7"/>
                </a:solidFill>
              </a:defRPr>
            </a:pPr>
            <a:r>
              <a:t>평가 질문 설명 자료 | 구조 · 저장 · 검증 · 스트리밍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462"/>
                </a:solidFill>
              </a:defRPr>
            </a:pPr>
            <a:r>
              <a:t>1. 과제 결과물 한눈에 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673"/>
                </a:solidFill>
              </a:defRPr>
            </a:pPr>
            <a:r>
              <a:t>표준 라이브러리로 만든 Python CLI 가계부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508760"/>
            <a:ext cx="3383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64207"/>
            <a:ext cx="298094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기능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거래 추가·조회·검색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월별 요약·예산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카테고리 관리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수정·삭제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CSV 가져오기·내보내기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508760"/>
            <a:ext cx="3383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664207"/>
            <a:ext cx="298094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저장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JSONL 파일 3개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transactions.jsonl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categories.jsonl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budgets.jsonl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앱을 종료해도 데이터 유지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1508760"/>
            <a:ext cx="33832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66176" y="1664207"/>
            <a:ext cx="2980944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구조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CLI → Service → Repository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Transaction dataclass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타입 힌트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데코레이터 기반 공통 처리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462"/>
                </a:solidFill>
              </a:defRPr>
            </a:pPr>
            <a:r>
              <a:t>2. 파일을 나누고 CRUD를 구현한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417320"/>
            <a:ext cx="1068019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572768"/>
            <a:ext cx="1027785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평가 질문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왜 거래·카테고리·예산을 세 파일로 나눴나요? 수정과 삭제는 어떻게 하나요?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761488"/>
            <a:ext cx="106801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916936"/>
            <a:ext cx="10277856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8C5A"/>
                </a:solidFill>
              </a:defRPr>
            </a:pPr>
            <a:r>
              <a:t>답변 요점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세 데이터는 성격과 규칙이 달라 별도 파일과 저장소 클래스로 관리합니다. 추가는 JSONL 끝에 한 줄을 덧붙입니다. 수정·삭제는 전체를 읽고 변경 결과를 임시 파일에 쓴 뒤 원본과 교체합니다.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892040"/>
            <a:ext cx="10680192" cy="841248"/>
          </a:xfrm>
          <a:prstGeom prst="roundRect">
            <a:avLst/>
          </a:prstGeom>
          <a:solidFill>
            <a:srgbClr val="E6F2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047488"/>
            <a:ext cx="102778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23462"/>
                </a:solidFill>
              </a:defRPr>
            </a:pPr>
            <a:r>
              <a:t>코드 / 근거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TransactionRepository.add / update / delete · CategoryStore · BudgetStore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462"/>
                </a:solidFill>
              </a:defRPr>
            </a:pPr>
            <a:r>
              <a:t>3. 계층별 책임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C6673"/>
                </a:solidFill>
              </a:defRPr>
            </a:pPr>
            <a:r>
              <a:t>입출력, 규칙, 파일 형식을 서로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46304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618488"/>
            <a:ext cx="4764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CLI · cli.py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명령 옵션을 읽고 입력을 받아 결과를 출력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6208" y="146304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7376" y="1618488"/>
            <a:ext cx="4764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Service · service.py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입력 검증, 가계부 규칙, 월별 계산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20040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355848"/>
            <a:ext cx="4764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Repository · repository.py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JSONL 파일 읽기·쓰기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320040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3355848"/>
            <a:ext cx="476402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Model · models.py</a:t>
            </a:r>
          </a:p>
          <a:p>
            <a:pPr>
              <a:spcAft>
                <a:spcPts val="400"/>
              </a:spcAft>
              <a:defRPr sz="1500">
                <a:solidFill>
                  <a:srgbClr val="222222"/>
                </a:solidFill>
              </a:defRPr>
            </a:pPr>
            <a:r>
              <a:t>Transaction 데이터 필드와 변환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965960"/>
            <a:ext cx="914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69B6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0240" y="5074920"/>
            <a:ext cx="83210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1408" y="5230368"/>
            <a:ext cx="7918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실행 흐름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__main__.py가 cli.main()을 호출하고, CLI가 서비스와 저장소를 사용합니다.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462"/>
                </a:solidFill>
              </a:defRPr>
            </a:pPr>
            <a:r>
              <a:t>4. 제너레이터와 스트리밍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417320"/>
            <a:ext cx="1068019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572768"/>
            <a:ext cx="1027785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평가 질문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yield를 사용하면 어떤 점이 좋아지고, 모든 검색이 일정 메모리로 처리되나요?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761488"/>
            <a:ext cx="106801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916936"/>
            <a:ext cx="10277856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8C5A"/>
                </a:solidFill>
              </a:defRPr>
            </a:pPr>
            <a:r>
              <a:t>답변 요점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iter_all()은 JSONL을 한 줄씩 읽어 거래 객체를 yield합니다. list는 deque로 최근 N건만 유지합니다. 다만 search는 최신순 출력을 위해 조건에 맞는 결과를 모으며, CLI도 이를 list로 받습니다. 따라서 검색 결과가 많으면 메모리가 결과 수에 따라 늘어납니다.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892040"/>
            <a:ext cx="10680192" cy="841248"/>
          </a:xfrm>
          <a:prstGeom prst="roundRect">
            <a:avLst/>
          </a:prstGeom>
          <a:solidFill>
            <a:srgbClr val="E6F2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047488"/>
            <a:ext cx="102778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23462"/>
                </a:solidFill>
              </a:defRPr>
            </a:pPr>
            <a:r>
              <a:t>코드 / 근거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정확한 설명: 파일 읽기는 한 줄씩 진행하지만, 검색 결과 전체를 저장하지 않는 구조는 아닙니다.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462"/>
                </a:solidFill>
              </a:defRPr>
            </a:pPr>
            <a:r>
              <a:t>5. 원자적 쓰기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417320"/>
            <a:ext cx="1068019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572768"/>
            <a:ext cx="1027785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평가 질문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원자적 쓰기란 무엇이며 update/delete에 왜 적용했나요?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761488"/>
            <a:ext cx="106801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916936"/>
            <a:ext cx="10277856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8C5A"/>
                </a:solidFill>
              </a:defRPr>
            </a:pPr>
            <a:r>
              <a:t>답변 요점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새 내용을 임시 파일에 모두 기록하고 os.replace()로 원본 파일과 교체하는 방식입니다. 기록 중 문제가 생기면 교체 단계에 도달하지 않아 원본을 그대로 둘 수 있어, 쓰다 만 내용으로 원본이 덮이는 위험을 줄입니다.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892040"/>
            <a:ext cx="10680192" cy="841248"/>
          </a:xfrm>
          <a:prstGeom prst="roundRect">
            <a:avLst/>
          </a:prstGeom>
          <a:solidFill>
            <a:srgbClr val="E6F2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047488"/>
            <a:ext cx="102778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23462"/>
                </a:solidFill>
              </a:defRPr>
            </a:pPr>
            <a:r>
              <a:t>코드 / 근거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현재 구현: 임시 파일은 원본과 같은 폴더에 생성한 뒤 os.replace() 호출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462"/>
                </a:solidFill>
              </a:defRPr>
            </a:pPr>
            <a:r>
              <a:t>6. 데코레이터로 공통 기능 분리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417320"/>
            <a:ext cx="1068019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572768"/>
            <a:ext cx="1027785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평가 질문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@handle_errors와 @log_execution은 각각 어떤 역할을 하나요?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761488"/>
            <a:ext cx="106801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916936"/>
            <a:ext cx="10277856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8C5A"/>
                </a:solidFill>
              </a:defRPr>
            </a:pPr>
            <a:r>
              <a:t>답변 요점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log_execution은 명령 함수 실행 시간과 성공·실패를 로그에 기록합니다. handle_errors는 사용자 오류와 예외를 잡아 오류 메시지 및 종료 코드를 정합니다. 명령마다 같은 코드를 반복하지 않아도 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892040"/>
            <a:ext cx="10680192" cy="841248"/>
          </a:xfrm>
          <a:prstGeom prst="roundRect">
            <a:avLst/>
          </a:prstGeom>
          <a:solidFill>
            <a:srgbClr val="E6F2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047488"/>
            <a:ext cx="102778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23462"/>
                </a:solidFill>
              </a:defRPr>
            </a:pPr>
            <a:r>
              <a:t>코드 / 근거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cli.py 명령 함수에 @handle_errors와 @log_execution 적용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462"/>
                </a:solidFill>
              </a:defRPr>
            </a:pPr>
            <a:r>
              <a:t>7. 입력 검증과 오류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417320"/>
            <a:ext cx="1068019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572768"/>
            <a:ext cx="1027785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평가 질문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잘못된 날짜나 없는 거래 ID를 입력하면 어떻게 되나요?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761488"/>
            <a:ext cx="106801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916936"/>
            <a:ext cx="10277856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8C5A"/>
                </a:solidFill>
              </a:defRPr>
            </a:pPr>
            <a:r>
              <a:t>답변 요점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add의 날짜·타입·금액 입력은 유효할 때까지 다시 묻습니다. update/delete의 없는 ID 등은 AppError로 알리고, 데코레이터가 스택트레이스 대신 오류와 힌트를 출력한 뒤 0이 아닌 종료 코드를 반환합니다.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892040"/>
            <a:ext cx="10680192" cy="841248"/>
          </a:xfrm>
          <a:prstGeom prst="roundRect">
            <a:avLst/>
          </a:prstGeom>
          <a:solidFill>
            <a:srgbClr val="E6F2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047488"/>
            <a:ext cx="102778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23462"/>
                </a:solidFill>
              </a:defRPr>
            </a:pPr>
            <a:r>
              <a:t>코드 / 근거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근거 자료: 제출/results/13_add_invalid_date_retry.txt · 10_update_not_found.txt · 10_delete_not_found.txt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462"/>
                </a:solidFill>
              </a:defRPr>
            </a:pPr>
            <a:r>
              <a:t>8. CSV 가져오기와 내보내기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417320"/>
            <a:ext cx="1068019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572768"/>
            <a:ext cx="1027785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평가 질문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내부 저장은 JSONL인데 CSV 기능을 둔 이유는 무엇인가요?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761488"/>
            <a:ext cx="106801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916936"/>
            <a:ext cx="10277856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8C5A"/>
                </a:solidFill>
              </a:defRPr>
            </a:pPr>
            <a:r>
              <a:t>답변 요점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JSONL은 프로그램 내부 저장에 사용하고, CSV는 스프레드시트 등 다른 도구와 데이터를 주고받을 때 사용합니다. import는 행마다 검증하고 유효한 거래만 등록합니다. export는 거래 필드를 CSV 헤더에 맞춰 기록합니다.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892040"/>
            <a:ext cx="10680192" cy="841248"/>
          </a:xfrm>
          <a:prstGeom prst="roundRect">
            <a:avLst/>
          </a:prstGeom>
          <a:solidFill>
            <a:srgbClr val="E6F2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047488"/>
            <a:ext cx="102778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23462"/>
                </a:solidFill>
              </a:defRPr>
            </a:pPr>
            <a:r>
              <a:t>코드 / 근거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CSV 필드: date, type, category, amount, memo, tags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462"/>
                </a:solidFill>
              </a:defRPr>
            </a:pPr>
            <a:r>
              <a:t>9. dataclass와 타입 힌트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417320"/>
            <a:ext cx="10680192" cy="1115568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572768"/>
            <a:ext cx="1027785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평가 질문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Transaction을 dataclass로 만들고 타입 힌트를 쓴 이유는 무엇인가요?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761488"/>
            <a:ext cx="10680192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916936"/>
            <a:ext cx="10277856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68C5A"/>
                </a:solidFill>
              </a:defRPr>
            </a:pPr>
            <a:r>
              <a:t>답변 요점</a:t>
            </a:r>
          </a:p>
          <a:p>
            <a:pPr>
              <a:spcAft>
                <a:spcPts val="400"/>
              </a:spcAft>
              <a:defRPr sz="1600">
                <a:solidFill>
                  <a:srgbClr val="222222"/>
                </a:solidFill>
              </a:defRPr>
            </a:pPr>
            <a:r>
              <a:t>dataclass는 거래 한 건의 필드를 한 곳에 모으고 초기화·딕셔너리 변환을 간단하게 합니다. 타입 힌트는 함수가 어떤 값을 받고 돌려주는지 보여줘 코드를 읽고 변경하기 쉽게 합니다. 타입 힌트 자체가 실행 중 값을 자동 검증하지는 않습니다.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892040"/>
            <a:ext cx="10680192" cy="841248"/>
          </a:xfrm>
          <a:prstGeom prst="roundRect">
            <a:avLst/>
          </a:prstGeom>
          <a:solidFill>
            <a:srgbClr val="E6F2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5047488"/>
            <a:ext cx="10277856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23462"/>
                </a:solidFill>
              </a:defRPr>
            </a:pPr>
            <a:r>
              <a:t>코드 / 근거</a:t>
            </a:r>
          </a:p>
          <a:p>
            <a:pPr>
              <a:spcAft>
                <a:spcPts val="400"/>
              </a:spcAft>
              <a:defRPr sz="1300">
                <a:solidFill>
                  <a:srgbClr val="222222"/>
                </a:solidFill>
              </a:defRPr>
            </a:pPr>
            <a:r>
              <a:t>예: validate_amount(amount_str: str) -&gt; int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462"/>
                </a:solidFill>
              </a:defRPr>
            </a:pPr>
            <a:r>
              <a:t>10. 점검 결과와 설명할 때 주의할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463040"/>
            <a:ext cx="1068019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618488"/>
            <a:ext cx="10277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검색 메모리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현재 search는 전체 일치 결과를 모아 역순으로 출력합니다. 대량 검색에서도 메모리 사용량이 일정하다고 말하지 않습니다.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404872"/>
            <a:ext cx="1068019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2560320"/>
            <a:ext cx="10277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내보내기 조건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구현은 --month, --from, --to 중 하나만 있어도 허용합니다. 과제 문구가 시작일·종료일 쌍을 요구하는지 명확히 해 구현과 문서를 맞출 필요가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346704"/>
            <a:ext cx="1068019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3502152"/>
            <a:ext cx="10277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날짜 검증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export의 --from/--to 값은 현재 날짜 형식 검증을 거치지 않습니다. 형식 오류도 검증하도록 보완하면 요구사항과 설명이 더 일치합니다.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288536"/>
            <a:ext cx="10680192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4443984"/>
            <a:ext cx="102778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원자성 설명</a:t>
            </a:r>
          </a:p>
          <a:p>
            <a:pPr>
              <a:spcAft>
                <a:spcPts val="400"/>
              </a:spcAft>
              <a:defRPr sz="1400">
                <a:solidFill>
                  <a:srgbClr val="222222"/>
                </a:solidFill>
              </a:defRPr>
            </a:pPr>
            <a:r>
              <a:t>원자적 교체는 중간 쓰기 실패에서 원본 보호를 돕습니다. 모든 종류의 저장장치 장애에서도 무조건 안전하다는 뜻으로 설명하지 않습니다.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3462"/>
                </a:solidFill>
              </a:defRPr>
            </a:pPr>
            <a:r>
              <a:t>마무리: 짧게 설명하기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08760"/>
            <a:ext cx="1046988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7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" y="1664207"/>
            <a:ext cx="10067544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1">
                <a:solidFill>
                  <a:srgbClr val="1869B6"/>
                </a:solidFill>
              </a:defRPr>
            </a:pPr>
            <a:r>
              <a:t>발표 요약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가계부 데이터는 거래·카테고리·예산 JSONL 파일로 저장합니다.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CLI, 서비스, 저장소, 모델로 책임을 나눴습니다.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파일은 제너레이터로 한 줄씩 읽고, 목록 조회는 최근 N건만 보관합니다.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수정·삭제는 임시 파일 작성 후 교체해 원본 손상 위험을 줄입니다.</a:t>
            </a:r>
          </a:p>
          <a:p>
            <a:pPr>
              <a:spcAft>
                <a:spcPts val="400"/>
              </a:spcAft>
              <a:defRPr sz="1700">
                <a:solidFill>
                  <a:srgbClr val="222222"/>
                </a:solidFill>
              </a:defRPr>
            </a:pPr>
            <a:r>
              <a:t>공통 오류 처리와 실행 기록은 데코레이터로 적용했습니다.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