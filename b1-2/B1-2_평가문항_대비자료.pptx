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B1-2 : 평가문항 대비자료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9E2F3"/>
                </a:solidFill>
              </a:defRPr>
            </a:pPr>
            <a:r>
              <a:t>평가 항목 1~4 — 실행한 내용 &amp; 설명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CCE6"/>
                </a:solidFill>
              </a:defRPr>
            </a:pPr>
            <a:r>
              <a:t>항목1: 체크리스트 충족 / 항목2: 사용 명령어·도구 / 항목3: 원리 설명 / 항목4: 운영 적용·개선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1 — 평가 체크리스트 충족 현황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3건의 GitHub Issue(report-case1~3)에 아래 8개 항목이 모두 근거와 함께 포함되어 있음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669280"/>
                <a:gridCol w="502920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평가 항목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충족 근거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[OOM] 메모리 선형 증가 → 강제종료 로그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agent_app.log: +25MB 반복 → MemoryGuard 발동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[OOM] MEMORY_LIMIT 조정 Before/After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256MB → 512MB, 생존 시간 연장 확인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[CPU] CPU 임계치 초과 → 종료 로그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Watchdog: 99.7% &gt; 50% → SIGTERM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[CPU] CPU_MAX_OCCUPY 조정 Before/After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50% → 80~90%, 종료 조건 변화 확인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[Deadlock] PID 생존 + 로그 멈춤 식별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ps -ef PID 28648, TIME 불변, 로그 정지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[Deadlock] MULTI_THREAD_ENABLE Before/After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true → false, 재현/회피 비교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[Format] GitHub Issue 구조 3건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현상→증거→원인→조치 5단 구조 동일 적용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[Evidence] PID·타임스탬프·로그 근거 첨부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각 리포트 'Evidence &amp; Logs' 섹션에 포함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2-① — monitor.sh 메모리 증가 패턴 추적 명령어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monitor.sh에서 메모리 증가 패턴을 추적하기 위해 사용한 명령어와 데이터 추출 방법은?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210312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400">
                <a:solidFill>
                  <a:srgbClr val="333333"/>
                </a:solidFill>
                <a:latin typeface="Menlo"/>
              </a:rPr>
              <a:t># monitor.sh — 메모리 사용률(%) 계산</a:t>
            </a:r>
          </a:p>
          <a:p>
            <a:r>
              <a:rPr sz="1400">
                <a:solidFill>
                  <a:srgbClr val="333333"/>
                </a:solidFill>
                <a:latin typeface="Menlo"/>
              </a:rPr>
              <a:t>MEM_TOTAL=$(free | grep Mem | awk '{print $2}')   # 전체 메모리(KB)</a:t>
            </a:r>
          </a:p>
          <a:p>
            <a:r>
              <a:rPr sz="1400">
                <a:solidFill>
                  <a:srgbClr val="333333"/>
                </a:solidFill>
                <a:latin typeface="Menlo"/>
              </a:rPr>
              <a:t>MEM_USED=$(free  | grep Mem | awk '{print $3}')   # 사용 중 메모리(KB)</a:t>
            </a:r>
          </a:p>
          <a:p>
            <a:r>
              <a:rPr sz="1400">
                <a:solidFill>
                  <a:srgbClr val="333333"/>
                </a:solidFill>
                <a:latin typeface="Menlo"/>
              </a:rPr>
              <a:t>MEM_USAGE=$(awk "BEGIN{printf \"%.1f\", ($MEM_USED/$MEM_TOTAL)*100}")</a:t>
            </a:r>
          </a:p>
          <a:p/>
          <a:p>
            <a:r>
              <a:rPr sz="1400">
                <a:solidFill>
                  <a:srgbClr val="333333"/>
                </a:solidFill>
                <a:latin typeface="Menlo"/>
              </a:rPr>
              <a:t># 1줄씩 누적 기록 (매분 cron 실행)</a:t>
            </a:r>
          </a:p>
          <a:p>
            <a:r>
              <a:rPr sz="1400">
                <a:solidFill>
                  <a:srgbClr val="333333"/>
                </a:solidFill>
                <a:latin typeface="Menlo"/>
              </a:rPr>
              <a:t>echo "[$TIMESTAMP] PID:$PID CPU:$CPU_USAGE% MEM:${MEM_USAGE}% ..." &gt;&gt; monitor.log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free 명령으로 전체/사용 메모리(KB)를 읽고, awk로 사용률(%) = (사용량/전체)×100 을 계산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awk를 쓰는 이유: 셸(bash)은 정수 연산만 가능 → 소수점(.1f) 계산은 awk에 위임</a:t>
            </a:r>
          </a:p>
          <a:p>
            <a:pPr>
              <a:spcAft>
                <a:spcPts val="600"/>
              </a:spcAft>
              <a:defRPr sz="1700" b="1">
                <a:solidFill>
                  <a:srgbClr val="2E7D32"/>
                </a:solidFill>
              </a:defRPr>
            </a:pPr>
            <a:r>
              <a:t>cron으로 매분 자동 실행 → monitor.log에 한 줄씩 누적(&gt;&gt;) → 시계열 데이터 형성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데이터 추출: grep "MEM:" monitor.log 로 MEM% 값만 모아 시간순으로 비교 → '증가 패턴'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2-② — CPU 사용률 확인 도구 &amp; 옵션의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프로세스의 CPU 사용률을 확인하기 위해 선택한 도구와 적용한 옵션의 의미는?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77440"/>
                <a:gridCol w="5212080"/>
              </a:tblGrid>
              <a:tr h="49377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도구 / 명령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옵션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top -bn1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-b (batch mode)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대화형 화면 없이 결과를 텍스트로 출력 → 스크립트에서 파싱 가능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top -bn1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-n1 (iterations=1)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1회만 측정 후 즉시 종료 (기본은 무한 반복)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ps -eo pid,comm,%cpu,%mem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-e -o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모든 프로세스(e)를 지정한 컬럼(o) 형식으로 출력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agent-leak-sim.py: os.times()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user+sys 시간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프로세스 자신의 CPU 사용 시간 / 경과시간(wall) → 실제 점유율(%) 직접 계산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monitor.sh: top -bn1 | grep "Cpu(s)" | awk '{print $2}' → 시스템 전체 CPU 사용률(%) 추출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ps -ef | grep agent-leak-app 의 %CPU: 특정 프로세스 한 개의 점유율(시스템 대비 비율)</a:t>
            </a:r>
          </a:p>
          <a:p>
            <a:pPr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agent_app.log의 actual≈99.7%는 os.times()로 '이 프로세스가 실제로 CPU를 얼마나 썼는지' 직접 측정한 값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→ top/ps는 '시스템에서 본 시점의 스냅샷', os.times()는 '프로세스 자신의 누적 사용량 기반 계산' — 측정 주체가 다름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2-③ — "살아있지만 멈춘 상태" 진단 도구 사용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프로세스가 "살아있지만 멈춰있는 상태"를 진단하기 위해 어떤 도구를 어떤 순서로 사용했는가?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① ps -ef | grep agent-leak-sim  →  PID 존재 여부 확인 (프로세스 생존 여부 1차 판단)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② 잠시 후 동일 명령 재실행 → TIME 컬럼 비교  →  값이 변화 없으면 'CPU 작업을 안 하고 있다'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③ agent_app.log 확인 (tail -f)  →  마지막 로그 이후 추가 출력이 없으면 '응답이 없다'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④ (선택) top -H -p &lt;PID&gt;  →  스레드별 상태(S=Sleep, D=Disk wait 등)를 확인해 어떤 스레드가 대기 중인지 특정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06240"/>
          <a:ext cx="1124711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77639"/>
                <a:gridCol w="3977639"/>
              </a:tblGrid>
              <a:tr h="3886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관찰 항목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정상 프로세스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Deadlock(무응답) 상태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PID (ps -ef)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존재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존재 (그대로 살아있음)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TIME 변화 (반복 ps)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계속 증가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변화 없음 (작업 정지)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로그 출력 (agent_app.log)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계속 갱신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특정 시점 이후 완전히 멈춤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결론: ①~③ 세 가지가 모두 '정지' 패턴으로 동시에 나타날 때 → "PID는 살아있지만 멈춘 Deadlock 상태"로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3-①② — 보호 정책이 프로세스를 강제 종료하는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Q1. 메모리 누수 시 MemoryGuard가 해당 프로세스를 강제 종료하는 이유는?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메모리는 OS 전체가 공유하는 자원. 한 프로세스가 한계까지 계속 누적하면 다른 프로세스가 할당받을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메모리가 부족해져 시스템 전체가 느려지거나 멈춤(OOM) → "이 프로세스 1개"를 희생시켜 "시스템 전체"를 지킴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보호장치가 없다면 OS의 OOM Killer가 더 무차별적으로(다른 프로세스까지) 개입할 수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Q2. CPU 과점유 시 단일 프로세스 종료가 시스템 보호에 필요한 이유는?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CPU는 여러 프로세스가 시분할(time-sharing)하는 자원. 1개 프로세스가 코어를 독점하면 다른 모든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프로세스의 응답이 지연됨 → SIGTERM(정상 종료 요청)으로 그 1개를 멈춰 "다수"의 정상 동작을 보장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SIGTERM은 마무리 작업 후 종료를 요청하는 신호 (즉시·강제 종료인 SIGKILL과 구분)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공통 원리: "소수(프로세스 1개)의 희생으로 다수(시스템 전체)의 안정성을 지킨다"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3-③④ — Deadlock 원리(상호배제·순환대기) &amp; 로그 추적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Q3. Deadlock이 발생하는 원리를 "상호 배제"와 "순환 대기"로 설명하면?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상호 배제(Mutual Exclusion): threading.Lock()은 한 번에 한 스레드만 보유 가능 → Lock-1, Lock-2 각각 동시에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하나의 스레드만 가질 수 있음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순환 대기(Circular Wait): A는 Lock-2(B 보유)를 기다리고, B는 Lock-1(A 보유)를 기다림 → A→B→A 순환 구조 →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누구도 자신의 락을 먼저 양보하지 않으면 영원히 풀리지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Q4. 로그에서 스레드 간 순환 의존 관계(A→B, B→A)를 어떻게 파악했는가?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400">
                <a:solidFill>
                  <a:srgbClr val="333333"/>
                </a:solidFill>
                <a:latin typeface="Menlo"/>
              </a:rPr>
              <a:t>[Thread-A] Acquired Lock-1, WAITING for Lock-2...   ← A: Lock-1 보유, Lock-2 대기</a:t>
            </a:r>
          </a:p>
          <a:p>
            <a:r>
              <a:rPr sz="1400">
                <a:solidFill>
                  <a:srgbClr val="333333"/>
                </a:solidFill>
                <a:latin typeface="Menlo"/>
              </a:rPr>
              <a:t>[Thread-B] Acquired Lock-2, WAITING for Lock-1...   ← B: Lock-2 보유, Lock-1 대기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① 각 줄에서 'Acquired X' = 보유 자원, 'WAITING for Y' = 대기 자원으로 분리해서 읾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② A가 기다리는 Lock-2의 현재 소유자(B의 로그에서 'Acquired Lock-2')를 대조 → A → B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③ B가 기다리는 Lock-1의 현재 소유자(A의 로그에서 'Acquired Lock-1')를 대조 → B → A</a:t>
            </a:r>
          </a:p>
          <a:p>
            <a:pPr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④ 두 화살표를 합치면 A → B → A 순환 그래프 완성 → 순환 대기(Circular Wait) = Deadlock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4-① — 운영 환경 사전탐지를 위한 monitor.sh 개선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agent-leak-app이 실제 운영 서버에서 동작 중이라면, OOM을 장애 전에 탐지하기 위해 monitor.sh를 어떻게 개선할까?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943600"/>
              </a:tblGrid>
              <a:tr h="1051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현재 monitor.sh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개선 제안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MEM_USAGE(%)를 1분마다 1줄 기록,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임계치(10%) 초과 시 1회 WARNING만 출력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최근 N회(예: 5분)의 MEM_USAGE 추이를 비교 →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'지속 증가' 패턴 자체를 탐지 (단발성 초과와 구분)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시스템 전체 메모리 사용률(%)만 측정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대상 프로세스의 RSS를 함께 기록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(ps -o rss= -p $PID) → '어떤 프로세스'가 누수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원인인지 특정 가능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임계치 초과 시 로그 파일에만 WARNING 기록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증가율 기반 예측: "이 속도면 N분 후 한계 도달"</a:t>
                      </a:r>
                    </a:p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사전 경고 + Slack/메일 등 알림 채널 연동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4-② — 가장 치명적인 장애: Deadlock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OOM / CPU Spike / Deadlock 중 실제 서비스 환경에서 가장 치명적인 것은? 이유와 예방법은?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OOM / CPU Spike: 프로세스가 "스스로 종료"됨 → 헬스체크(PID/포트)가 즉시 실패로 감지 →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supervisor/systemd가 자동 재시작 → 장애가 짧고 명확하게 드러남</a:t>
            </a: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Deadlock: 프로세스는 "살아있음"(PID 존재, 포트도 열린 채 유지될 수 있음) → 단순 PID/포트 체크는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C0392B"/>
                </a:solidFill>
              </a:defRPr>
            </a:pPr>
            <a:r>
              <a:t>정상으로 오인 → 감지 자체가 늦어지고, 그동안 들어오는 모든 요청이 무한 대기에 쌓임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F8E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"보이지 않는 장애"가 가장 위험하다 — 감지가 늦을수록 영향(대기 요청 수)이 누적된다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E7D32"/>
                </a:solidFill>
              </a:defRPr>
            </a:pPr>
            <a:r>
              <a:t>예방법 ①  코드 레벨: 모든 스레드가 락을 동일한 순서(Lock-1 → Lock-2)로만 획득 + lock.acquire(timeout=...) 적용</a:t>
            </a:r>
          </a:p>
          <a:p>
            <a:pPr>
              <a:spcAft>
                <a:spcPts val="600"/>
              </a:spcAft>
              <a:defRPr sz="1700" b="1">
                <a:solidFill>
                  <a:srgbClr val="2E7D32"/>
                </a:solidFill>
              </a:defRPr>
            </a:pPr>
            <a:r>
              <a:t>예방법 ②  운영 레벨: 헬스체크에 "응답 시간(latency)"을 포함 — 단순 PID/포트가 아닌 실제 요청-응답 사이클로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4-③ — OOM + Deadlock 동시 발생 시 트러블슈팅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동일 서버에서 OOM과 Deadlock이 동시에 발생했다면 어떤 순서로 처리하며, 그 근거는?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029200"/>
                <a:gridCol w="5394960"/>
              </a:tblGrid>
              <a:tr h="7543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순서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조치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이유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Deadlock 프로세스의 상태 스냅샷 확보</a:t>
                      </a:r>
                    </a:p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(ps -ef, top -H, 스레드 덤프)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재시작 전에 원인 분석용 증거를 먼저 확보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Deadlock 프로세스 재시작 → 서비스</a:t>
                      </a:r>
                    </a:p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응답 최우선 복구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무응답은 서비스 영향이 즉시·전면적이며</a:t>
                      </a:r>
                    </a:p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자가 복구되지 않음 (최우선)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OOM 로그/메모리 추세를 별도로 분석</a:t>
                      </a:r>
                    </a:p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(누수 원인 추적)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OOM은 MemoryGuard의 자가 종료로 1차</a:t>
                      </a:r>
                    </a:p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방어가 이미 동작 중 → 상대적으로 여유 있음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우선순위 판단 기준 = 서비스 영향도 × 자가복구 가능성  →  Deadlock(영향 큼·자가복구 불가)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4-④ — 장애 유형별 코드 레벨 개선안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환경변수 조정은 임시 조치였다. 소스 코드를 직접 수정한다면 각 장애 유형별로 어떤 개선을 하겠는가?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장애 유형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코드 레벨 개선안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OOM (Memory Leak)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사용 후 del로 명시적 해제 / 캐시에 TTL·최대 크기 설정 / with 컨텍스트 매니저로 리소스 자동 정리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CPU Spike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busy-loop을 작은 단위로 분할 + 중간에 time.sleep(0)/yield 삽입 / 무거운 연산은 별도 워커 프로세스로 분산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Deadlock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모든 스레드가 락을 'Lock-1 → Lock-2' 고정 순서로만 획득 / lock.acquire(timeout=...) + 재시도 / 가능하면 단일 락으로 통합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항목 4-⑤ — 다시 수행한다면 다르게 접근할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이 미션을 처음부터 다시 수행한다면, 트러블슈팅 과정에서 어떤 점을 다르게 접근하겠는가?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① agent_app.log(앱 로그)뿐 아니라 monitor.log(시스템 리소스 시계열)도 함께 수집하여, 앱 로그와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    시스템 지표를 같은 시간대로 대조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② 케이스별 환경변수를 더 작게 설정(예: MEMORY_LIMIT을 더 낮춤)하여 재현 대기 시간을 단축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③ ps/top 등 증거 캡처(스크린샷)를 각 단계 직후 즉시 저장 → 보고서 작성 시 누락 방지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④ Before/After 비교 시, 조치 후에도 결국 재발하는지까지 한 번 더 관찰 → "임시방편 vs 근본 해결"을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    더 명확히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정리 — 평가문항 대비 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항목 1: 3가지 장애(OOM/CPU/Deadlock) 재현 + Before/After 증거 → GitHub Issue 3건으로 모두 충족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항목 2: 사용한 명령어(free, top -bn1, ps -eo, os.times())의 옵션·측정 대상까지 구체적으로 설명 가능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항목 3: 보호 정책이 "왜" 강제 종료하는지, Deadlock의 "상호배제 + 순환대기" 원리와 로그 추적 과정을 설명 가능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항목 4: 운영 환경 적용 시 모니터링 개선 / 우선순위 판단 / 코드 레벨 개선까지 구체적 제안 가능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"장애 = 감으로 추측하는 것" → "장애 = 데이터로 증명하고, 원리를 설명하고, 개선까지 제안하는 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