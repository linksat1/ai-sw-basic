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B1-2 : 리눅스 프로세스 및 시스템 리소스 트러블슈팅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9E2F3"/>
                </a:solidFill>
              </a:defRPr>
            </a:pPr>
            <a:r>
              <a:t>Memory Leak · CPU Spike · Deadlock — 재현, 분석,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FCCE6"/>
                </a:solidFill>
              </a:defRPr>
            </a:pPr>
            <a:r>
              <a:t>환경: macOS + OrbStack + Ubuntu 22.04 (agent-admin 계정)</a:t>
            </a:r>
          </a:p>
          <a:p>
            <a:pPr>
              <a:defRPr sz="1400">
                <a:solidFill>
                  <a:srgbClr val="BFCCE6"/>
                </a:solidFill>
              </a:defRPr>
            </a:pPr>
            <a:r>
              <a:t>실습 도구: agent-leak-sim.py (Python 시뮬레이터, sudo 불필요)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미션 개요 — 목표와 3가지 장애 유형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한 줄 요약: 실제 서버 장애 3가지를 직접 재현하고, 로그를 증거로 원인을 분석하여</a:t>
            </a:r>
          </a:p>
          <a:p>
            <a:pPr lvl="1">
              <a:spcAft>
                <a:spcPts val="600"/>
              </a:spcAft>
              <a:defRPr sz="1600" b="1">
                <a:solidFill>
                  <a:srgbClr val="333333"/>
                </a:solidFill>
              </a:defRPr>
            </a:pPr>
            <a:r>
              <a:t>GitHub Issue 형태의 기술 보고서를 작성한다</a:t>
            </a:r>
          </a:p>
          <a:p>
            <a:pPr>
              <a:spcAft>
                <a:spcPts val="600"/>
              </a:spcAft>
              <a:defRPr sz="1800" b="1">
                <a:solidFill>
                  <a:srgbClr val="C0392B"/>
                </a:solidFill>
              </a:defRPr>
            </a:pPr>
            <a:r>
              <a:t>핵심 전환: “장애 = 감으로 추측하는 것”  →  “장애 = 데이터로 증명하고 기록하는 것”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74320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389120"/>
                <a:gridCol w="4480560"/>
              </a:tblGrid>
              <a:tr h="54864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장애 유형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현상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원인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Memory Leak (OOM)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프로세스가 갑자기 종료됨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메모리를 계속 할당만 하고 해제하지 않음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CPU Spike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CPU 사용률이 급상승 후 프로세스 종료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특정 연산이 CPU를 독점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Deadlock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프로세스가 살아있으나 완전히 멈춤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두 스레드가 서로의 자원을 무한 대기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2120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미션 완료 후 할 수 있는 것: 메모리/CPU 이상 패턴을 로그로 식별, Deadlock을 시스템 도구로 진단,</a:t>
            </a:r>
          </a:p>
          <a:p>
            <a:pPr lvl="1"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그리고 이를 GitHub Issue 형태의 기술 리포트로 작성하여 팀과 공유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환경 설정 ① — 기본 환경 &amp; B1-2 추가 환경변수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  <a:r>
              <a:t>실행 환경: macOS + OrbStack + Ubuntu 22.04 (b1-lab VM, agent-admin 계정)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  <a:r>
              <a:t>B1-1 기반 환경 재사용: AGENT_HOME / AGENT_PORT 환경변수, /home/agent-admin/agent-app/ 디렉토리,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monitor.sh (매분 자동 실행되는 리소스 모니터)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  <a:r>
              <a:t>환경 복구 절차:  chmod +x 'b1-1 setup.sh'  →  sudo bash 'b1-1 setup.sh'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20040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6492240"/>
              </a:tblGrid>
              <a:tr h="45720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환경변수 (.bashrc)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기본값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의미 / 허용 범위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MEMORY_LIMIT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256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메모리 상한선 (MB, 50~512)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CPU_MAX_OCCUPY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CPU 최대 점유율 (%, 10~100)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MULTI_THREAD_ENABLE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true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멀티스레드(Deadlock 시나리오) 사용 여부 (true/false)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E7D32"/>
                </a:solidFill>
              </a:defRPr>
            </a:pPr>
            <a:r>
              <a:t>적용 방법: .bashrc에 export 구문 추가 → source ~/.bashrc → echo $VAR로 값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환경 설정 ② — 원본 바이너리 대안: agent-leak-sim.py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C0392B"/>
                </a:solidFill>
              </a:defRPr>
            </a:pPr>
            <a:r>
              <a:t>문제: 원본 agent-leak-app은 Linux 바이너리이며, 실습 PC는 sudo 권한이 제한되어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C0392B"/>
                </a:solidFill>
              </a:defRPr>
            </a:pPr>
            <a:r>
              <a:t>/var/log/agent-app/ 같은 시스템 경로에 자유롭게 쓸 수 없음</a:t>
            </a:r>
          </a:p>
          <a:p>
            <a:pPr>
              <a:spcAft>
                <a:spcPts val="600"/>
              </a:spcAft>
              <a:defRPr sz="1800" b="1">
                <a:solidFill>
                  <a:srgbClr val="2E7D32"/>
                </a:solidFill>
              </a:defRPr>
            </a:pPr>
            <a:r>
              <a:t>해결: 동일한 로그 패턴(형식·문구)을 그대로 출력하는 Python 시뮬레이터를 직접 제작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실제 메모리 할당(bytearray 25MB), 실제 CPU 점유(math.sqrt busy-loop),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실제 threading.Lock 기반 Deadlock 구현 — 모두 sudo 없이 동작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로그 경로 자동 결정: /var/log/agent-app/ 쓰기 가능하면 사용, 아니면 ./logs/ 로 대체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93192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651760"/>
                <a:gridCol w="2651760"/>
                <a:gridCol w="2651760"/>
              </a:tblGrid>
              <a:tr h="41148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케이스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MEMORY_LIMIT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CPU_MAX_OCCUPY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MULTI_THREAD_ENABLE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1 — Memory Leak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256 MB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100 %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false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2 — CPU Spike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9999 MB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50 %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false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3 — Deadlock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9999 MB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100 %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true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실행: python3 agent-leak-sim.py  →  메뉴에서 1/2/3 선택 시 위 프리셋이 자동 적용됨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Case 1 — Memory Leak: 현상 &amp; 증거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현상: 메모리가 25MB씩 지속 증가하여 MEMORY_LIMIT(256MB)을 초과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  <a:r>
              <a:t>조건: MEMORY_LIMIT=256 / CPU_MAX_OCCUPY=100 / MULTI_THREAD_ENABLE=false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94560"/>
            <a:ext cx="11247120" cy="3108960"/>
          </a:xfrm>
          <a:prstGeom prst="rect">
            <a:avLst/>
          </a:prstGeom>
          <a:solidFill>
            <a:srgbClr val="F2F2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 bIns="73152"/>
          <a:lstStyle/>
          <a:p>
            <a:pPr algn="ctr"/>
            <a:r>
              <a:rPr sz="1300">
                <a:solidFill>
                  <a:srgbClr val="333333"/>
                </a:solidFill>
                <a:latin typeface="Menlo"/>
              </a:rPr>
              <a:t>[agent_app.log 발췌]</a:t>
            </a:r>
          </a:p>
          <a:p>
            <a:r>
              <a:rPr sz="1300">
                <a:solidFill>
                  <a:srgbClr val="333333"/>
                </a:solidFill>
                <a:latin typeface="Menlo"/>
              </a:rPr>
              <a:t>09:34:48 [INFO] [Memory] Increasing... (+25 MB) Total: 25 MB</a:t>
            </a:r>
          </a:p>
          <a:p>
            <a:r>
              <a:rPr sz="1300">
                <a:solidFill>
                  <a:srgbClr val="333333"/>
                </a:solidFill>
                <a:latin typeface="Menlo"/>
              </a:rPr>
              <a:t>09:34:50 [INFO] [Memory] Increasing... (+25 MB) Total: 50 MB</a:t>
            </a:r>
          </a:p>
          <a:p>
            <a:r>
              <a:rPr sz="1300">
                <a:solidFill>
                  <a:srgbClr val="333333"/>
                </a:solidFill>
                <a:latin typeface="Menlo"/>
              </a:rPr>
              <a:t>...</a:t>
            </a:r>
          </a:p>
          <a:p>
            <a:r>
              <a:rPr sz="1300">
                <a:solidFill>
                  <a:srgbClr val="333333"/>
                </a:solidFill>
                <a:latin typeface="Menlo"/>
              </a:rPr>
              <a:t>09:35:32 [INFO] [Memory] Increasing... (+25 MB) Total: 250 MB</a:t>
            </a:r>
          </a:p>
          <a:p>
            <a:r>
              <a:rPr sz="1300">
                <a:solidFill>
                  <a:srgbClr val="333333"/>
                </a:solidFill>
                <a:latin typeface="Menlo"/>
              </a:rPr>
              <a:t>09:35:38 [INFO] [Memory] Increasing... (+25 MB) Total: 275 MB  &lt;- 한계(256MB) 초과</a:t>
            </a:r>
          </a:p>
          <a:p/>
          <a:p>
            <a:r>
              <a:rPr sz="1300">
                <a:solidFill>
                  <a:srgbClr val="333333"/>
                </a:solidFill>
                <a:latin typeface="Menlo"/>
              </a:rPr>
              <a:t>[CRITICAL] [MemoryGuard] Memory limit exceeded (275MB &gt;= 256MB)</a:t>
            </a:r>
          </a:p>
          <a:p>
            <a:r>
              <a:rPr sz="1300">
                <a:solidFill>
                  <a:srgbClr val="333333"/>
                </a:solidFill>
                <a:latin typeface="Menlo"/>
              </a:rPr>
              <a:t>[CRITICAL] [MemoryGuard] Self-terminating process XXXX to prevent system instability.</a:t>
            </a:r>
          </a:p>
          <a:p>
            <a:r>
              <a:rPr sz="1300">
                <a:solidFill>
                  <a:srgbClr val="333333"/>
                </a:solidFill>
                <a:latin typeface="Menlo"/>
              </a:rPr>
              <a:t>&gt;&gt;&gt; [SYSTEM] SELF-TERMINATED (Memory Limit Exceeded) &lt;&lt;&lt;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메모리 상승 속도: 0MB → 275MB 약 50초, +25MB/단계로 일정하게 증가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Case 1 — Memory Leak: 원인 분석 &amp; 조치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앱 내부에서 메모리를 할당 후 해제하지 않는 메모리 누수(Memory Leak) 발생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  <a:r>
              <a:t>25MB 단위로 계속 누적 → MEMORY_LIMIT(256MB) 초과 시 MemoryGuard가 SIGKILL로 자가 종료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  <a:r>
              <a:t>정상 동작: 할당 → 사용 → 해제 (일정 유지)   |   누수 동작: 할당 → 사용 → [해제 안 함] → 계속 증가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01752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  <a:gridCol w="5760720"/>
              </a:tblGrid>
              <a:tr h="4876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설정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결과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Before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MEMORY_LIMIT = 256 MB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약 50초 후 한계 도달 → SELF-TERMINATED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After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MEMORY_LIMIT = 512 MB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더 오랜 시간 생존 확인 (한계치 상향만으로는 결국 재발)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8463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E7D32"/>
                </a:solidFill>
              </a:defRPr>
            </a:pPr>
            <a:r>
              <a:t>✅ 근본 해결: 소스코드에서 사용 후 불필요한 데이터를 주기적으로 해제(del / free)하는 리팩토링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Case 2 — CPU Spike: 현상 &amp; 증거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현상: CPU 레벨이 1→10까지 램프업, Lv≥8 구간에서 실제 CPU 사용률 99.7% &gt; 50%(임계치)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  <a:r>
              <a:t>조건: CPU_MAX_OCCUPY=50 / MEMORY_LIMIT=9999 / MULTI_THREAD_ENABLE=false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65960"/>
            <a:ext cx="11247120" cy="1691640"/>
          </a:xfrm>
          <a:prstGeom prst="rect">
            <a:avLst/>
          </a:prstGeom>
          <a:solidFill>
            <a:srgbClr val="F2F2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 bIns="73152"/>
          <a:lstStyle/>
          <a:p>
            <a:pPr algn="ctr"/>
            <a:r>
              <a:rPr sz="1300">
                <a:solidFill>
                  <a:srgbClr val="333333"/>
                </a:solidFill>
                <a:latin typeface="Menlo"/>
              </a:rPr>
              <a:t>[agent_app.log 발췌]</a:t>
            </a:r>
          </a:p>
          <a:p>
            <a:r>
              <a:rPr sz="1300">
                <a:solidFill>
                  <a:srgbClr val="333333"/>
                </a:solidFill>
                <a:latin typeface="Menlo"/>
              </a:rPr>
              <a:t>17:37:50 [INFO] --- Step Info: Mode=UP, CPU Lv=8, Mem=200MB ---</a:t>
            </a:r>
          </a:p>
          <a:p>
            <a:r>
              <a:rPr sz="1300">
                <a:solidFill>
                  <a:srgbClr val="333333"/>
                </a:solidFill>
                <a:latin typeface="Menlo"/>
              </a:rPr>
              <a:t>17:37:50 [INFO] [CPU] Occupy core for 4.0s (Level 8)</a:t>
            </a:r>
          </a:p>
          <a:p>
            <a:r>
              <a:rPr sz="1300">
                <a:solidFill>
                  <a:srgbClr val="333333"/>
                </a:solidFill>
                <a:latin typeface="Menlo"/>
              </a:rPr>
              <a:t>17:37:50 [WARNING]  [Watchdog] CPU usage spike detected: 99.7% &gt; 50%</a:t>
            </a:r>
          </a:p>
          <a:p>
            <a:r>
              <a:rPr sz="1300">
                <a:solidFill>
                  <a:srgbClr val="333333"/>
                </a:solidFill>
                <a:latin typeface="Menlo"/>
              </a:rPr>
              <a:t>17:37:50 [CRITICAL] [Watchdog] INITIATING EMERGENCY ABORT (SIGTERM)</a:t>
            </a:r>
          </a:p>
          <a:p>
            <a:r>
              <a:rPr sz="1300">
                <a:solidFill>
                  <a:srgbClr val="333333"/>
                </a:solidFill>
                <a:latin typeface="Menlo"/>
              </a:rPr>
              <a:t>&gt;&gt;&gt; [SYSTEM] WATCHDOG: PROCESS TERMINATED &lt;&lt;&lt;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033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C0392B"/>
                </a:solidFill>
              </a:defRPr>
            </a:pPr>
            <a:r>
              <a:t>CPU Lv=10 도달 패턴이 약 1분 42초 주기로 반복 관측됨 — 아래 4회 관측 시각으로 증명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11480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645920"/>
                <a:gridCol w="1645920"/>
                <a:gridCol w="4663440"/>
              </a:tblGrid>
              <a:tr h="43891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발생 시각 (agent_app.log)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CPU Lv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Mem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이전 관측 대비 간격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15:38:19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225MB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15:40:01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225MB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1분 42초 (102초)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15:41:43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225MB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1분 42초 (102초)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15:43:26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225MB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1분 43초 (103초)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Case 2 — CPU Spike: 원인 분석 &amp; 조치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앱 내부 CPU 점유 로직이 레벨(1~10)에 따라 코어를 독점 — Lv=10에서는 5초간 코어 완전 점유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  <a:r>
              <a:t>약 1분 42초 주기로 CPU_MAX_OCCUPY(50%) 초과 → Watchdog이 SIGTERM으로 프로세스 종료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74519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C0392B"/>
                </a:solidFill>
              </a:defRPr>
            </a:pPr>
            <a:r>
              <a:t>증거: "Lv=10 → 5초간 코어 완전 점유"는 아래 코드 로직과 실측 로그로 확인됨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11247120" cy="2331720"/>
          </a:xfrm>
          <a:prstGeom prst="rect">
            <a:avLst/>
          </a:prstGeom>
          <a:solidFill>
            <a:srgbClr val="F2F2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 bIns="73152"/>
          <a:lstStyle/>
          <a:p>
            <a:pPr algn="ctr"/>
            <a:r>
              <a:rPr sz="1200">
                <a:solidFill>
                  <a:srgbClr val="333333"/>
                </a:solidFill>
                <a:latin typeface="Menlo"/>
              </a:rPr>
              <a:t>[agent-leak-sim.py — cpu_step(level) 핵심 로직]</a:t>
            </a:r>
          </a:p>
          <a:p>
            <a:r>
              <a:rPr sz="1200">
                <a:solidFill>
                  <a:srgbClr val="333333"/>
                </a:solidFill>
                <a:latin typeface="Menlo"/>
              </a:rPr>
              <a:t>burn_sec = level * 0.5      # Lv=10 → 10 × 0.5 = 5.0초 (코어 점유 시간)</a:t>
            </a:r>
          </a:p>
          <a:p>
            <a:r>
              <a:rPr sz="1200">
                <a:solidFill>
                  <a:srgbClr val="333333"/>
                </a:solidFill>
                <a:latin typeface="Menlo"/>
              </a:rPr>
              <a:t>_burn(burn_sec)              # 5.0초 동안 sqrt 연산 반복 (busy-loop, CPU 점유)</a:t>
            </a:r>
          </a:p>
          <a:p>
            <a:r>
              <a:rPr sz="1200">
                <a:solidFill>
                  <a:srgbClr val="333333"/>
                </a:solidFill>
                <a:latin typeface="Menlo"/>
              </a:rPr>
              <a:t>actual = (CPU시간 증가량 / wall시간) × 100   # 실측 점유율(%)</a:t>
            </a:r>
          </a:p>
          <a:p/>
          <a:p>
            <a:r>
              <a:rPr sz="1200">
                <a:solidFill>
                  <a:srgbClr val="333333"/>
                </a:solidFill>
                <a:latin typeface="Menlo"/>
              </a:rPr>
              <a:t>[실측 로그 — Lv=8(burn_sec=4.0s) 동일 로직 적용 결과]</a:t>
            </a:r>
          </a:p>
          <a:p>
            <a:r>
              <a:rPr sz="1200">
                <a:solidFill>
                  <a:srgbClr val="333333"/>
                </a:solidFill>
                <a:latin typeface="Menlo"/>
              </a:rPr>
              <a:t>17:37:50 [INFO] [CPU] Occupy core for 4.0s (Level 8)</a:t>
            </a:r>
          </a:p>
          <a:p>
            <a:r>
              <a:rPr sz="1200">
                <a:solidFill>
                  <a:srgbClr val="333333"/>
                </a:solidFill>
                <a:latin typeface="Menlo"/>
              </a:rPr>
              <a:t>17:37:50 [WARNING] [Watchdog] CPU usage spike detected: 99.7% &gt; 50%</a:t>
            </a:r>
          </a:p>
          <a:p>
            <a:r>
              <a:rPr sz="1200">
                <a:solidFill>
                  <a:srgbClr val="333333"/>
                </a:solidFill>
                <a:latin typeface="Menlo"/>
              </a:rPr>
              <a:t>  → wall ≈ 4.0s, actual ≈ 99.7%  (거의 100% 코어 점유 확인)</a:t>
            </a:r>
          </a:p>
          <a:p>
            <a:r>
              <a:rPr sz="1200">
                <a:solidFill>
                  <a:srgbClr val="333333"/>
                </a:solidFill>
                <a:latin typeface="Menlo"/>
              </a:rPr>
              <a:t>  → 동일 busy-loop이 Lv=10(5.0s)에도 적용 → 5.0초간 ≈ 100% 점유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709160"/>
          <a:ext cx="1124712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  <a:gridCol w="5760720"/>
              </a:tblGrid>
              <a:tr h="3200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설정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결과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Before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CPU_MAX_OCCUPY = 50 %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Lv=10 도달 시 99.7% &gt; 50% → 즉시 WATCHDOG 종료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After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CPU_MAX_OCCUPY = 80~90 %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더 높은 사용률 허용 → 안정적 동작 유지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E7D32"/>
                </a:solidFill>
              </a:defRPr>
            </a:pPr>
            <a:r>
              <a:t>✅ 근본 해결: CPU를 독점하는 연산을 여러 작업으로 분산하거나, 중간에 sleep/yield를 삽입하여 다른 프로세스에 양보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Case 3 — Deadlock: 현상 &amp; 증거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현상: 프로세스가 종료되지 않고 PID 유지, CPU/MEM 변화 없이 로그가 완전히 정지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  <a:r>
              <a:t>조건: MULTI_THREAD_ENABLE=true / MEMORY_LIMIT=9999 / CPU_MAX_OCCUPY=100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94560"/>
            <a:ext cx="11247120" cy="3108960"/>
          </a:xfrm>
          <a:prstGeom prst="rect">
            <a:avLst/>
          </a:prstGeom>
          <a:solidFill>
            <a:srgbClr val="F2F2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 bIns="73152"/>
          <a:lstStyle/>
          <a:p>
            <a:pPr algn="ctr"/>
            <a:r>
              <a:rPr sz="1300">
                <a:solidFill>
                  <a:srgbClr val="333333"/>
                </a:solidFill>
                <a:latin typeface="Menlo"/>
              </a:rPr>
              <a:t>[agent_app.log — 마지막 로그]</a:t>
            </a:r>
          </a:p>
          <a:p>
            <a:r>
              <a:rPr sz="1300">
                <a:solidFill>
                  <a:srgbClr val="333333"/>
                </a:solidFill>
                <a:latin typeface="Menlo"/>
              </a:rPr>
              <a:t>17:45:28 [INFO] [Thread-A] Acquired Lock-1, WAITING for Lock-2...</a:t>
            </a:r>
          </a:p>
          <a:p>
            <a:r>
              <a:rPr sz="1300">
                <a:solidFill>
                  <a:srgbClr val="333333"/>
                </a:solidFill>
                <a:latin typeface="Menlo"/>
              </a:rPr>
              <a:t>17:45:28 [INFO] [Thread-B] Acquired Lock-2, WAITING for Lock-1...</a:t>
            </a:r>
          </a:p>
          <a:p>
            <a:r>
              <a:rPr sz="1300">
                <a:solidFill>
                  <a:srgbClr val="333333"/>
                </a:solidFill>
                <a:latin typeface="Menlo"/>
              </a:rPr>
              <a:t>(이후 로그 없음 — 영원히 멈춤)</a:t>
            </a:r>
          </a:p>
          <a:p/>
          <a:p>
            <a:r>
              <a:rPr sz="1300">
                <a:solidFill>
                  <a:srgbClr val="333333"/>
                </a:solidFill>
                <a:latin typeface="Menlo"/>
              </a:rPr>
              <a:t>[ps -ef | grep agent-leak-sim]</a:t>
            </a:r>
          </a:p>
          <a:p>
            <a:r>
              <a:rPr sz="1300">
                <a:solidFill>
                  <a:srgbClr val="333333"/>
                </a:solidFill>
                <a:latin typeface="Menlo"/>
              </a:rPr>
              <a:t>PID 28648   TIME 0:55.09   Python agent-leak-sim.py</a:t>
            </a:r>
          </a:p>
          <a:p>
            <a:r>
              <a:rPr sz="1300">
                <a:solidFill>
                  <a:srgbClr val="333333"/>
                </a:solidFill>
                <a:latin typeface="Menlo"/>
              </a:rPr>
              <a:t>  -&gt; PID 존재(생존) + TIME 값 변화 없음(작업 정지) = Deadlock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A는 B가 가진 Lock-2를, B는 A가 가진 Lock-1을 서로 기다리며 영원히 대기 = Deadlock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Case 3 — Deadlock: 원인 분석 &amp; 조치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4300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7315200"/>
              </a:tblGrid>
              <a:tr h="47548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Deadlock 4대 조건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우리 실습에서의 발생 양상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상호 배제 (Mutual Exclusion)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threading.Lock() — 한 번에 한 스레드만 획득 가능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점유 대기 (Hold and Wait)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Thread-A가 Lock-1을 쥔 채 Lock-2를 대기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비선점 (No Preemption)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Thread-B가 보유한 Lock-2를 A가 강제로 가져올 수 없음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순환 대기 (Circular Wait)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A→Lock-2 대기, B→Lock-1 대기 (서로 순환 대기)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749039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  <a:gridCol w="5760720"/>
              </a:tblGrid>
              <a:tr h="42672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설정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결과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Before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MULTI_THREAD_ENABLE = true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교착상태 발생 → PID 생존, 로그/CPU 정지(무응답)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After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MULTI_THREAD_ENABLE = false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싱글스레드 → 자원 경쟁 없음 → 정상 동작 확인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21208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E7D32"/>
                </a:solidFill>
              </a:defRPr>
            </a:pPr>
            <a:r>
              <a:t>✅ 근본 해결: 락 획득 순서를 통일(모든 스레드가 Lock-1→Lock-2 순서로만 획득)하거나,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2E7D32"/>
                </a:solidFill>
              </a:defRPr>
            </a:pPr>
            <a:r>
              <a:t>lock.acquire(timeout=...)으로 타임아웃을 설정하여 일정 시간 후 대기를 포기하도록 개선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설명 자료 Q&amp;A ① — 메모리 / CPU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C0392B"/>
                </a:solidFill>
              </a:defRPr>
            </a:pPr>
            <a:r>
              <a:t>Q. 메모리 누수가 시스템에 미치는 영향은?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</a:defRPr>
            </a:pPr>
            <a:r>
              <a:t>A. 메모리는 OS 전체가 공유하는 자원. 한 프로세스가 계속 독점하면 다른 프로세스가 메모리를 할당받지 못해 시스템이 느려지거나 OOM 상태가 되고, 심하면 OS의 OOM Killer가 강제 종료시킴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700" b="1">
                <a:solidFill>
                  <a:srgbClr val="C0392B"/>
                </a:solidFill>
              </a:defRPr>
            </a:pPr>
            <a:r>
              <a:t>Q. MEMORY_LIMIT을 높이는 것이 근본 해결책인가?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</a:defRPr>
            </a:pPr>
            <a:r>
              <a:t>A. 아니다 — 임시방편. 메모리 누수(해제 안 함) 자체는 그대로이므로, 한계치를 올려도 결국 그 한계마저 초과하여 다시 종료됨. 코드에서 사용 후 메모리를 해제해야 근본 해결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700" b="1">
                <a:solidFill>
                  <a:srgbClr val="C0392B"/>
                </a:solidFill>
              </a:defRPr>
            </a:pPr>
            <a:r>
              <a:t>Q. CPU 과점유가 시스템 전체에 미치는 영향은?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</a:defRPr>
            </a:pPr>
            <a:r>
              <a:t>A. CPU는 여러 프로세스가 시분할(time-sharing)로 나눠 쓰는 자원. 하나가 독점하면 다른 프로세스들의 응답이 지연되고, 웹 서버라면 모든 요청이 느려져 타임아웃 발생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700" b="1">
                <a:solidFill>
                  <a:srgbClr val="C0392B"/>
                </a:solidFill>
              </a:defRPr>
            </a:pPr>
            <a:r>
              <a:t>Q. Watchdog이 SIGTERM을 보내는 이유는?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</a:defRPr>
            </a:pPr>
            <a:r>
              <a:t>A. SIGTERM은 “정상적으로 마무리하고 종료하라”는 신호. 파일 닫기, 로그 저장 등 마무리 작업 후 종료되어 데이터 손실이 없음 (반면 SIGKILL은 즉시 강제 종료, 최후의 수단)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설명 자료 Q&amp;A ② — Deadlock / 리포팅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C0392B"/>
                </a:solidFill>
              </a:defRPr>
            </a:pPr>
            <a:r>
              <a:t>Q. Deadlock 프로세스를 어떻게 식별하나요?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</a:defRPr>
            </a:pPr>
            <a:r>
              <a:t>A. PID는 있는데 CPU/MEM 변화가 없고 로그도 멈췄다면 교착상태를 의심. top -H로 모든 스레드 상태가 대기(S, D)인지 확인하고, 마지막 로그에서 WAITING / BLOCKED 패턴을 찾음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700" b="1">
                <a:solidFill>
                  <a:srgbClr val="C0392B"/>
                </a:solidFill>
              </a:defRPr>
            </a:pPr>
            <a:r>
              <a:t>Q. MULTI_THREAD_ENABLE=false가 근본 해결책인가요?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</a:defRPr>
            </a:pPr>
            <a:r>
              <a:t>A. 아니다 — 멀티스레드를 끄면 Deadlock은 없어지지만 동시 처리 성능 이점도 사라짐. 근본 해결은 락 획득 순서 통일 또는 lock.acquire(timeout=...) 적용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700" b="1">
                <a:solidFill>
                  <a:srgbClr val="C0392B"/>
                </a:solidFill>
              </a:defRPr>
            </a:pPr>
            <a:r>
              <a:t>Q. GitHub Issue 형태로 리포트를 작성하는 이유는?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</a:defRPr>
            </a:pPr>
            <a:r>
              <a:t>A. (1) 재현 방법 공유 — 같은 환경변수로 같은 문제 재현 가능, (2) Before/After 검증 기록 — 조치 효과를 누구나 확인 가능, (3) 유사 장애 시 참고 자산 — “내 머릿속 지식”을 “팀 자산”으로 전환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제출 체크리스트 — 필수 포함 항목 점검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43000"/>
          <a:ext cx="1124711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2075688"/>
                <a:gridCol w="2075688"/>
                <a:gridCol w="2066543"/>
              </a:tblGrid>
              <a:tr h="47026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필수 항목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OOM (Case 1)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CPU (Case 2)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Deadlock (Case 3)</a:t>
                      </a:r>
                    </a:p>
                  </a:txBody>
                  <a:tcPr anchor="ctr" marL="73152" marR="73152">
                    <a:solidFill>
                      <a:srgbClr val="1F4E79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1. 현상 설명 (Description)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2. 로그 발췌 (monitor.log / agent_app.log)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3. 앱 실행 로그 발췌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4. ps / top 출력 캡처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5. 근본 원인 분석 (Root Cause)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6. Before &amp; After 비교 (Workaround)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 marL="73152" marR="73152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66344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</a:defRPr>
            </a:pPr>
            <a:r>
              <a:t>생성된 결과물: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agent-leak-sim.py — 3가지 장애를 sudo 없이 재현하는 Python 시뮬레이터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report-case1-memory-leak.md / report-case2-cpu-spike.md / report-case3-deadlock.md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위 3개 보고서를 GitHub Issue로 등록 (linksat1/AI-SW-Basic) → 최종 제출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전체 흐름 요약 &amp;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333333"/>
                </a:solidFill>
              </a:defRPr>
            </a:pPr>
            <a:r>
              <a:t>①  agent-leak-sim.py 실행 → 케이스 선택 (1: Memory Leak / 2: CPU Spike / 3: Deadlock)</a:t>
            </a:r>
          </a:p>
          <a:p>
            <a:pPr>
              <a:spcAft>
                <a:spcPts val="600"/>
              </a:spcAft>
              <a:defRPr sz="2200" b="1">
                <a:solidFill>
                  <a:srgbClr val="333333"/>
                </a:solidFill>
              </a:defRPr>
            </a:pPr>
            <a:r>
              <a:t>②  각 케이스 실행 → agent_app.log + ps/top 캡처로 증거 수집</a:t>
            </a:r>
          </a:p>
          <a:p>
            <a:pPr>
              <a:spcAft>
                <a:spcPts val="600"/>
              </a:spcAft>
              <a:defRPr sz="2200" b="1">
                <a:solidFill>
                  <a:srgbClr val="333333"/>
                </a:solidFill>
              </a:defRPr>
            </a:pPr>
            <a:r>
              <a:t>③  로그 기반 원인 분석 → 환경변수 조정 후 Before/After 비교로 효과 검증</a:t>
            </a:r>
          </a:p>
          <a:p>
            <a:pPr>
              <a:spcAft>
                <a:spcPts val="600"/>
              </a:spcAft>
              <a:defRPr sz="2200" b="1">
                <a:solidFill>
                  <a:srgbClr val="333333"/>
                </a:solidFill>
              </a:defRPr>
            </a:pPr>
            <a:r>
              <a:t>④  GitHub Issue 3건 작성 (Description / Evidence / Root Cause / Workaround)</a:t>
            </a:r>
          </a:p>
          <a:p>
            <a:pPr>
              <a:spcAft>
                <a:spcPts val="600"/>
              </a:spcAft>
              <a:defRPr sz="2200" b="1">
                <a:solidFill>
                  <a:srgbClr val="333333"/>
                </a:solidFill>
              </a:defRPr>
            </a:pPr>
            <a:r>
              <a:t>⑤  최종 제출 (GitHub Repository 링크 또는 Issue 3건)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937760"/>
            <a:ext cx="11247120" cy="128016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F4E79"/>
                </a:solidFill>
              </a:defRPr>
            </a:pPr>
            <a:r>
              <a:t>“장애 = 감으로 추측하는 것” → “장애 = 데이터로 증명하고 기록하는 것” 으로의 전환 완료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