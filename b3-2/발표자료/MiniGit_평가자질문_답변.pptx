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 type="custom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Body"/>
          <p:cNvSpPr/>
          <p:nvPr>
            <p:ph type="body" idx="1"/>
          </p:nvPr>
        </p:nvSpPr>
        <p:spPr>
          <a:xfrm>
            <a:off x="685800" y="3505200"/>
            <a:ext cx="5486400" cy="48006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 · Mini Git 평가자 질문과 답변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이 자료는 평가자 질문항목의 20개 질문에 대응합니다. 항목 1~3은 현재 코드의 동작과 설계를 설명하고, 항목 4는 아직 구현하지 않은 개선 제안입니다. 명령은 mini-git&gt; 안에서 입력하며 일반 터미널에서는 python3 main.py로 시작합니다.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평가자 질문항목 · main.py · mini_git/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2 · INIT은 새 저장소의 시작</a:t>
            </a:r>
          </a:p>
          <a:p>
            <a:r>
              <a:rPr lang="ko-KR" sz="1800"/>
              <a:t/>
            </a:r>
          </a:p>
          <a:p>
            <a:r>
              <a:rPr lang="ko-KR" sz="1800"/>
              <a:t>INIT &lt;user_name&gt; 실행 후 main 브랜치/HEAD/현재 사용자 설정이 정상적으로 초기화되어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INIT은 기존 커밋과 검색 색인을 비우고 main 브랜치를 만듭니다. 현재 브랜치는 main, 현재 사용자는 입력한 이름으로 설정됩니다.</a:t>
            </a:r>
          </a:p>
          <a:p>
            <a:r>
              <a:rPr lang="ko-KR" sz="1800"/>
              <a:t>첫 커밋 전에는 main이 가리키는 커밋이 없어 HEAD 값은 None입니다.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mini-git&gt;에서 입력</a:t>
            </a:r>
          </a:p>
          <a:p>
            <a:r>
              <a:rPr lang="ko-KR" sz="1800"/>
              <a:t>INIT "Alice Kim"</a:t>
            </a:r>
          </a:p>
          <a:p>
            <a:r>
              <a:rPr lang="ko-KR" sz="1800"/>
              <a:t>LOG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확인: 아직 커밋 없음.</a:t>
            </a:r>
          </a:p>
          <a:p>
            <a:r>
              <a:rPr lang="ko-KR" sz="1800"/>
              <a:t>current_branch = "main"</a:t>
            </a:r>
          </a:p>
          <a:p>
            <a:r>
              <a:rPr lang="ko-KR" sz="1800"/>
              <a:t>branches["main"] = None</a:t>
            </a:r>
          </a:p>
          <a:p>
            <a:r>
              <a:rPr lang="ko-KR" sz="1800"/>
              <a:t>current_user = "Alice Kim"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INIT은 이름만 바꾸는 명령이 아니라 저장소를 새로 시작하는 명령입니다.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mini_git/repository.py: Repository.init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3 · 브랜치는 커밋을 가리키는 이름표</a:t>
            </a:r>
          </a:p>
          <a:p>
            <a:r>
              <a:rPr lang="ko-KR" sz="1800"/>
              <a:t/>
            </a:r>
          </a:p>
          <a:p>
            <a:r>
              <a:rPr lang="ko-KR" sz="1800"/>
              <a:t>BRANCH &lt;name&gt; 생성 후 SWITCH &lt;name&gt;로 전환되며, 이후 COMMIT이 해당 브랜치에 반영되는가?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BRANCH는 현재 커밋을 가리키는 새 이름표를 만듭니다. BRANCH만으로 현재 브랜치가 바뀌지는 않습니다.</a:t>
            </a:r>
          </a:p>
          <a:p>
            <a:r>
              <a:rPr lang="ko-KR" sz="1800"/>
              <a:t>SWITCH로 전환한 뒤 COMMIT하면 새 커밋의 부모는 그 브랜치의 마지막 커밋이 되고, 해당 브랜치만 새 커밋으로 이동합니다.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mini-git&gt;에서 입력</a:t>
            </a:r>
          </a:p>
          <a:p>
            <a:r>
              <a:rPr lang="ko-KR" sz="1800"/>
              <a:t>INIT "Alice Kim"</a:t>
            </a:r>
          </a:p>
          <a:p>
            <a:r>
              <a:rPr lang="ko-KR" sz="1800"/>
              <a:t>COMMIT "Initial commit"</a:t>
            </a:r>
          </a:p>
          <a:p>
            <a:r>
              <a:rPr lang="ko-KR" sz="1800"/>
              <a:t>BRANCH feature</a:t>
            </a:r>
          </a:p>
          <a:p>
            <a:r>
              <a:rPr lang="ko-KR" sz="1800"/>
              <a:t>SWITCH feature</a:t>
            </a:r>
          </a:p>
          <a:p>
            <a:r>
              <a:rPr lang="ko-KR" sz="1800"/>
              <a:t>COMMIT "Add login feature"</a:t>
            </a:r>
          </a:p>
          <a:p>
            <a:r>
              <a:rPr lang="ko-KR" sz="1800"/>
              <a:t/>
            </a:r>
          </a:p>
          <a:p>
            <a:r>
              <a:rPr lang="ko-KR" sz="1800"/>
              <a:t>main → 최초 커밋 A</a:t>
            </a:r>
          </a:p>
          <a:p>
            <a:r>
              <a:rPr lang="ko-KR" sz="1800"/>
              <a:t>feature → 새 커밋 B</a:t>
            </a:r>
          </a:p>
          <a:p>
            <a:r>
              <a:rPr lang="ko-KR" sz="1800"/>
              <a:t>B의 부모 → A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BRANCH는 생성, SWITCH는 전환, COMMIT은 현재 브랜치 갱신입니다.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mini_git/repository.py: branch / switch / commit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4 · LOG는 부모를 먼저 보여줍니다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LOG가 “부모 커밋이 자식 커밋보다 먼저” 출력되도록 동작하는가?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LOG는 날짜가 아니라 부모 관계를 기준으로 순서를 정합니다. 부모가 없는 커밋부터 출력하고, 아직 출력하지 않은 부모가 0개인 자식을 다음 후보에 넣습니다.</a:t>
            </a:r>
          </a:p>
          <a:p>
            <a:r>
              <a:rPr lang="ko-KR" sz="1800"/>
              <a:t>이 방식은 Kahn의 위상 정렬입니다. 동시에 후보가 된 커밋은 큐에 들어온 순서로 처리합니다.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부모 참조</a:t>
            </a:r>
          </a:p>
          <a:p>
            <a:r>
              <a:rPr lang="ko-KR" sz="1800"/>
              <a:t>B → A, C → A</a:t>
            </a:r>
          </a:p>
          <a:p>
            <a:r>
              <a:rPr lang="ko-KR" sz="1800"/>
              <a:t/>
            </a:r>
          </a:p>
          <a:p>
            <a:r>
              <a:rPr lang="ko-KR" sz="1800"/>
              <a:t>LOG의 가능한 출력</a:t>
            </a:r>
          </a:p>
          <a:p>
            <a:r>
              <a:rPr lang="ko-KR" sz="1800"/>
              <a:t>A → B → C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핵심: A는 반드시 B·C 앞.</a:t>
            </a:r>
          </a:p>
          <a:p>
            <a:r>
              <a:rPr lang="ko-KR" sz="1800"/>
              <a:t>B와 C의 선후는 부모 조건이 아님.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검증: 각 부모의 출력 위치가</a:t>
            </a:r>
          </a:p>
          <a:p>
            <a:r>
              <a:rPr lang="ko-KR" sz="1800"/>
              <a:t>자식의 위치보다 앞인지 확인.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부모가 먼저라는 규칙을 날짜가 아닌 그래프 관계로 보장합니다.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mini_git/traversal.py: topological_order / tests/test_mini_git.py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5 · PATH는 가장 짧은 연결을 찾습니다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PATH &lt;a&gt; &lt;b&gt;가 경로가 있으면 최단 경로를, 없으면 No path를 출력하는가?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PATH는 부모·자식 연결을 양방향으로 보고 BFS로 최단 거리를 찾습니다. 출발점과 도착점에서 각각 거리를 구하고, 최단 경로 위의 다음 후보 중 hash가 가장 작은 것을 선택합니다.</a:t>
            </a:r>
          </a:p>
          <a:p>
            <a:r>
              <a:rPr lang="ko-KR" sz="1800"/>
              <a:t>연결이 없으면 No path를 출력합니다. 존재하지 않는 hash는 Unknown commit 오류로 구분합니다.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B의 부모 A, C의 부모 A</a:t>
            </a:r>
          </a:p>
          <a:p>
            <a:r>
              <a:rPr lang="ko-KR" sz="1800"/>
              <a:t>PATH B C → B → A → C</a:t>
            </a:r>
          </a:p>
          <a:p>
            <a:r>
              <a:rPr lang="ko-KR" sz="1800"/>
              <a:t>간선 수는 2개입니다.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독립된 두 루트 A와 X</a:t>
            </a:r>
          </a:p>
          <a:p>
            <a:r>
              <a:rPr lang="ko-KR" sz="1800"/>
              <a:t>PATH A X → No path</a:t>
            </a:r>
          </a:p>
          <a:p>
            <a:r>
              <a:rPr lang="ko-KR" sz="1800"/>
              <a:t/>
            </a:r>
          </a:p>
          <a:p>
            <a:r>
              <a:rPr lang="ko-KR" sz="1800"/>
              <a:t>PATH A A → A</a:t>
            </a:r>
          </a:p>
          <a:p>
            <a:r>
              <a:rPr lang="ko-KR" sz="1800"/>
              <a:t>자기 자신까지의 간선 수는 0.</a:t>
            </a:r>
          </a:p>
          <a:p>
            <a:r>
              <a:rPr lang="ko-KR" sz="1800"/>
              <a:t>※ A/B/C는 설명용 표식입니다.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거리부터 최소화하고, 거리가 같은 경로는 hash 사전순으로 고릅니다.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mini_git/traversal.py: shortest_path / repository.py: shortest_path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6 · ANCESTORS는 모든 조상을 모읍니다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ANCESTORS &lt;hash&gt;가 모든 조상을 빠짐없이 출력하는가?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부모 목록부터 시작해 부모의 부모를 BFS로 따라갑니다. 이미 방문한 hash는 set에 기록해 다시 결과에 넣지 않습니다.</a:t>
            </a:r>
          </a:p>
          <a:p>
            <a:r>
              <a:rPr lang="ko-KR" sz="1800"/>
              <a:t>두 경로 중 하나만 고르는 것이 아니라 모든 조상을 모읍니다. 시작 커밋 자신은 결과에서 제외합니다.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D의 부모: B, C</a:t>
            </a:r>
          </a:p>
          <a:p>
            <a:r>
              <a:rPr lang="ko-KR" sz="1800"/>
              <a:t>B의 부모: A</a:t>
            </a:r>
          </a:p>
          <a:p>
            <a:r>
              <a:rPr lang="ko-KR" sz="1800"/>
              <a:t>C의 부모: A</a:t>
            </a:r>
          </a:p>
          <a:p>
            <a:r>
              <a:rPr lang="ko-KR" sz="1800"/>
              <a:t/>
            </a:r>
          </a:p>
          <a:p>
            <a:r>
              <a:rPr lang="ko-KR" sz="1800"/>
              <a:t>ANCESTORS D → B, C, A</a:t>
            </a:r>
          </a:p>
          <a:p>
            <a:r>
              <a:rPr lang="ko-KR" sz="1800"/>
              <a:t/>
            </a:r>
          </a:p>
          <a:p>
            <a:r>
              <a:rPr lang="ko-KR" sz="1800"/>
              <a:t>A는 두 경로로 만나도 한 번만.</a:t>
            </a:r>
          </a:p>
          <a:p>
            <a:r>
              <a:rPr lang="ko-KR" sz="1800"/>
              <a:t>D는 자기 자신이므로 제외.</a:t>
            </a:r>
          </a:p>
          <a:p>
            <a:r>
              <a:rPr lang="ko-KR" sz="1800"/>
              <a:t>부모 없는 A → No ancestors.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부모를 모두 따라가되, 같은 조상은 한 번만 기록합니다.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mini_git/traversal.py: ancestors / test_merge_ancestors_and_lexicographic_path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7 · 검색과 정렬은 기준이 다릅니다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SEARCH &lt;keyword&gt; / SEARCH --author=&lt;name&gt; / LOG --sort-by=date|author가 요구사항대로 동작하는가?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SEARCH는 단어·작성자 역색인으로 커밋을 찾습니다. 단어는 소문자로 통일하고, 여러 단어는 순서대로 붙어 있는 구문인지 검사합니다. 작성자 이름은 전체가 정확히 일치해야 합니다.</a:t>
            </a:r>
          </a:p>
          <a:p>
            <a:r>
              <a:rPr lang="ko-KR" sz="1800"/>
              <a:t>LOG --sort-by는 직접 만든 안정 병합 정렬을 사용합니다. 날짜 또는 작성자 기준이며, 일반 LOG의 부모 우선 규칙과는 별도입니다.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메시지: Add login feature</a:t>
            </a:r>
          </a:p>
          <a:p>
            <a:r>
              <a:rPr lang="ko-KR" sz="1800"/>
              <a:t>SEARCH login → 일치</a:t>
            </a:r>
          </a:p>
          <a:p>
            <a:r>
              <a:rPr lang="ko-KR" sz="1800"/>
              <a:t>SEARCH "login feature" → 일치</a:t>
            </a:r>
          </a:p>
          <a:p>
            <a:r>
              <a:rPr lang="ko-KR" sz="1800"/>
              <a:t>SEARCH "feature login" → 불일치</a:t>
            </a:r>
          </a:p>
          <a:p>
            <a:r>
              <a:rPr lang="ko-KR" sz="1800"/>
              <a:t/>
            </a:r>
          </a:p>
          <a:p>
            <a:r>
              <a:rPr lang="ko-KR" sz="1800"/>
              <a:t>SEARCH --author="Alice Kim"</a:t>
            </a:r>
          </a:p>
          <a:p>
            <a:r>
              <a:rPr lang="ko-KR" sz="1800"/>
              <a:t>LOG --sort-by=date</a:t>
            </a:r>
          </a:p>
          <a:p>
            <a:r>
              <a:rPr lang="ko-KR" sz="1800"/>
              <a:t>LOG --sort-by=author</a:t>
            </a:r>
          </a:p>
          <a:p>
            <a:r>
              <a:rPr lang="ko-KR" sz="1800"/>
              <a:t/>
            </a:r>
          </a:p>
          <a:p>
            <a:r>
              <a:rPr lang="ko-KR" sz="1800"/>
              <a:t>CLI 작성자는 INIT에서 정합니다.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검색은 조건에 맞는 커밋을 찾고, 정렬은 출력 순서를 바꿉니다.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mini_git/index.py / sorting.py / Repository.search_keyword·log_sorted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8 · 저장 상태와 알고리즘을 분리했습니다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 저장소/브랜치/HEAD/사용자 정보를 어떤 구조로 분리했고, 각 책임을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Repository.commits는 hash → Commit 딕셔너리입니다. branches는 브랜치 이름 → 마지막 커밋 hash, current_branch는 현재 브랜치 이름, current_user는 작성자를 저장합니다.</a:t>
            </a:r>
          </a:p>
          <a:p>
            <a:r>
              <a:rPr lang="ko-KR" sz="1800"/>
              <a:t>현재 HEAD는 branches[current_branch]로 확인합니다. CLI는 입력·출력, Repository는 상태, 별도 모듈은 알고리즘을 담당합니다.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main.py → 실행 시작</a:t>
            </a:r>
          </a:p>
          <a:p>
            <a:r>
              <a:rPr lang="ko-KR" sz="1800"/>
              <a:t>cli.py → 명령 해석·결과 출력</a:t>
            </a:r>
          </a:p>
          <a:p>
            <a:r>
              <a:rPr lang="ko-KR" sz="1800"/>
              <a:t>repository.py → 저장 상태 관리</a:t>
            </a:r>
          </a:p>
          <a:p>
            <a:r>
              <a:rPr lang="ko-KR" sz="1800"/>
              <a:t>commit.py → 커밋·hash 생성</a:t>
            </a:r>
          </a:p>
          <a:p>
            <a:r>
              <a:rPr lang="ko-KR" sz="1800"/>
              <a:t>traversal.py → 그래프 탐색</a:t>
            </a:r>
          </a:p>
          <a:p>
            <a:r>
              <a:rPr lang="ko-KR" sz="1800"/>
              <a:t>sorting.py → 병합 정렬</a:t>
            </a:r>
          </a:p>
          <a:p>
            <a:r>
              <a:rPr lang="ko-KR" sz="1800"/>
              <a:t>index.py → 검색 색인</a:t>
            </a:r>
          </a:p>
          <a:p>
            <a:r>
              <a:rPr lang="ko-KR" sz="1800"/>
              <a:t>errors.py → 오류 종류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입력, 상태, 알고리즘을 나누면 각 부분을 따로 이해하고 검사할 수 있습니다.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mini_git/repository.py: __init__ / cli.py / mini_git 각 모듈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9 · hash로 바로 찾고 중복은 재시도합니다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 hash로 빠르게 조회하기 위해 어떤 키-값 구조를 사용했고, 중복/충돌을 어떻게 방지했는지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dict는 hash를 키로 사용해 커밋을 평균 O(1)에 조회합니다. list에서 같은 hash를 찾으면 하나씩 확인해야 하므로 O(N)입니다.</a:t>
            </a:r>
          </a:p>
          <a:p>
            <a:r>
              <a:rPr lang="ko-KR" sz="1800"/>
              <a:t>메시지·작성자·시각·부모·순번을 SHA-1으로 계산해 앞 6자리를 사용합니다. 기존 hash와 같으면 순번을 바꿔 다시 생성합니다. 순번만으로 충돌이 사라지는 것은 아닙니다.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commits["5f8188"] → 해당 커밋</a:t>
            </a:r>
          </a:p>
          <a:p>
            <a:r>
              <a:rPr lang="ko-KR" sz="1800"/>
              <a:t/>
            </a:r>
          </a:p>
          <a:p>
            <a:r>
              <a:rPr lang="ko-KR" sz="1800"/>
              <a:t>hash 생성 → 이미 있는가?</a:t>
            </a:r>
          </a:p>
          <a:p>
            <a:r>
              <a:rPr lang="ko-KR" sz="1800"/>
              <a:t>아니요 → 사용</a:t>
            </a:r>
          </a:p>
          <a:p>
            <a:r>
              <a:rPr lang="ko-KR" sz="1800"/>
              <a:t>예 → 새 순번으로 다시 생성</a:t>
            </a:r>
          </a:p>
          <a:p>
            <a:r>
              <a:rPr lang="ko-KR" sz="1800"/>
              <a:t/>
            </a:r>
          </a:p>
          <a:p>
            <a:r>
              <a:rPr lang="ko-KR" sz="1800"/>
              <a:t>6자리의 가능한 값: 16⁶개</a:t>
            </a:r>
          </a:p>
          <a:p>
            <a:r>
              <a:rPr lang="ko-KR" sz="1800"/>
              <a:t>= 16,777,216개</a:t>
            </a:r>
          </a:p>
          <a:p>
            <a:r>
              <a:rPr lang="ko-KR" sz="1800"/>
              <a:t>공간이 다 차면 현재 재시도는</a:t>
            </a:r>
          </a:p>
          <a:p>
            <a:r>
              <a:rPr lang="ko-KR" sz="1800"/>
              <a:t>종료되지 않는 한계가 있습니다.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중복을 막는 핵심은 기존 hash 검사와 충돌 시 재시도입니다.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mini_git/commit.py: generate_commit_hash / test_hash_collision_retry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10 · COMMIT 직후 검색 색인을 갱신합니다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커밋이 추가될 때 역색인(author/keyword)을 어떤 시점에, 어떤 방식으로 갱신하도록 설계했는지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새 Commit을 저장하고 현재 브랜치를 갱신한 다음 index.add_commit을 호출합니다. 따라서 새 커밋을 바로 검색할 수 있습니다.</a:t>
            </a:r>
          </a:p>
          <a:p>
            <a:r>
              <a:rPr lang="ko-KR" sz="1800"/>
              <a:t>메시지를 공백으로 나누고 소문자로 바꿉니다. 단어 → hash 목록과 작성자 → hash 목록에 추가하며, 같은 커밋의 반복 단어는 한 번만 색인합니다.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COMMIT "Login login feature"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토큰: login, login, feature</a:t>
            </a:r>
          </a:p>
          <a:p>
            <a:r>
              <a:rPr lang="ko-KR" sz="1800"/>
              <a:t>단어별 중복 제거</a:t>
            </a:r>
          </a:p>
          <a:p>
            <a:r>
              <a:rPr lang="ko-KR" sz="1800"/>
              <a:t>login → [새 hash] 한 번만 추가</a:t>
            </a:r>
          </a:p>
          <a:p>
            <a:r>
              <a:rPr lang="ko-KR" sz="1800"/>
              <a:t>feature → [새 hash]</a:t>
            </a:r>
          </a:p>
          <a:p>
            <a:r>
              <a:rPr lang="ko-KR" sz="1800"/>
              <a:t>Alice Kim → [새 hash]</a:t>
            </a:r>
          </a:p>
          <a:p>
            <a:r>
              <a:rPr lang="ko-KR" sz="1800"/>
              <a:t/>
            </a:r>
          </a:p>
          <a:p>
            <a:r>
              <a:rPr lang="ko-KR" sz="1800"/>
              <a:t>INIT을 다시 실행하면</a:t>
            </a:r>
          </a:p>
          <a:p>
            <a:r>
              <a:rPr lang="ko-KR" sz="1800"/>
              <a:t>두 색인도 새로 비웁니다.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커밋을 만드는 순간 색인도 갱신하므로 검색할 때 전체를 훑지 않습니다.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Repository.commit / mini_git/index.py: add_commit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11 · 탐색 함수를 따로 호출할 수 있습니다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LOG, PATH, ANCESTORS에서 사용하는 그래프 탐색 로직을 어떻게 재사용 가능하게 구성했는지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LOG·PATH·ANCESTORS의 탐색은 traversal.py의 독립된 함수입니다. 커밋 딕셔너리와 필요한 hash를 입력받아 결과를 반환하고, 화면 출력이나 현재 사용자 상태에 의존하지 않습니다.</a:t>
            </a:r>
          </a:p>
          <a:p>
            <a:r>
              <a:rPr lang="ko-KR" sz="1800"/>
              <a:t>PATH는 양쪽 거리 계산에 같은 BFS 함수를 재사용합니다. 조상 탐색은 부모 방향만 이동하는 별도 함수로 구현합니다.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topological_order(commits)</a:t>
            </a:r>
          </a:p>
          <a:p>
            <a:r>
              <a:rPr lang="ko-KR" sz="1800"/>
              <a:t>ancestors(commits, hash)</a:t>
            </a:r>
          </a:p>
          <a:p>
            <a:r>
              <a:rPr lang="ko-KR" sz="1800"/>
              <a:t>shortest_path(commits, a, b)</a:t>
            </a:r>
          </a:p>
          <a:p>
            <a:r>
              <a:rPr lang="ko-KR" sz="1800"/>
              <a:t/>
            </a:r>
          </a:p>
          <a:p>
            <a:r>
              <a:rPr lang="ko-KR" sz="1800"/>
              <a:t>Repository → 함수 호출</a:t>
            </a:r>
          </a:p>
          <a:p>
            <a:r>
              <a:rPr lang="ko-KR" sz="1800"/>
              <a:t>함수 → 결과 반환</a:t>
            </a:r>
          </a:p>
          <a:p>
            <a:r>
              <a:rPr lang="ko-KR" sz="1800"/>
              <a:t>CLI → 결과 출력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테스트도 CLI 없이 직접 호출해</a:t>
            </a:r>
          </a:p>
          <a:p>
            <a:r>
              <a:rPr lang="ko-KR" sz="1800"/>
              <a:t>다중 부모 그래프를 검사합니다.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저장 상태와 화면에 의존하지 않는 함수로 탐색을 재사용합니다.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 / repository.py / tests/test_mini_git.py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12 · 주석에는 동작과 이유를 적었습니다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주요 함수/클래스에 docstring/주석을 어떤 기준으로 작성했는지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클래스에는 역할과 주요 필드, 함수에는 입력·반환값·처리 규칙을 설명했습니다. 단순히 코드 한 줄을 되풀이하기보다 선택한 이유와 주의할 조건을 적었습니다.</a:t>
            </a:r>
          </a:p>
          <a:p>
            <a:r>
              <a:rPr lang="ko-KR" sz="1800"/>
              <a:t>예를 들어 부모 방향, 방문 중복 제거, hash 충돌 재시도, &lt;=로 안정성을 유지하는 이유, 시간복잡도를 설명합니다.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Commit: hash와 parents의 의미</a:t>
            </a:r>
          </a:p>
          <a:p>
            <a:r>
              <a:rPr lang="ko-KR" sz="1800"/>
              <a:t>ancestors: 자신 제외·중복 제거</a:t>
            </a:r>
          </a:p>
          <a:p>
            <a:r>
              <a:rPr lang="ko-KR" sz="1800"/>
              <a:t>shortest_path: 무방향·사전순</a:t>
            </a:r>
          </a:p>
          <a:p>
            <a:r>
              <a:rPr lang="ko-KR" sz="1800"/>
              <a:t>_merge: 같으면 왼쪽 먼저</a:t>
            </a:r>
          </a:p>
          <a:p>
            <a:r>
              <a:rPr lang="ko-KR" sz="1800"/>
              <a:t>generate_commit_hash:</a:t>
            </a:r>
          </a:p>
          <a:p>
            <a:r>
              <a:rPr lang="ko-KR" sz="1800"/>
              <a:t>기존 hash와 비교 후 재시도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원칙: 무엇을 하는가 + 왜 그렇게</a:t>
            </a:r>
          </a:p>
          <a:p>
            <a:r>
              <a:rPr lang="ko-KR" sz="1800"/>
              <a:t>하는가 + 어떤 조건이 중요한가.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다음 사람이 코드의 목적과 선택 이유를 이해할 수 있게 설명했습니다.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Commit / traversal.py 함수 docstring / sorting.py:_merge / commit.py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13 · DAG는 방향이 있고 순환이 없습니다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 그래프가 왜 DAG여야 하는지, 사이클이 생기면 어떤 문제가 발생하는지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커밋은 부모를 가리키므로 방향이 있습니다. 새 커밋은 먼저 존재하던 커밋만 부모로 참조하고 기존 부모 참조를 바꾸지 않습니다. 따라서 부모를 따라가면 생성 순서가 계속 이전으로 가며 자기 자신으로 돌아올 수 없습니다.</a:t>
            </a:r>
          </a:p>
          <a:p>
            <a:r>
              <a:rPr lang="ko-KR" sz="1800"/>
              <a:t>사이클이 생기면 부모 우선 순서는 만들 수 없습니다. 현재 Kahn 구현은 순환 노드를 모두 출력하지 못하며, 별도 사이클 오류 검사까지 구현한 것은 아닙니다.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정상: B → A, C → A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순환: A → B → A</a:t>
            </a:r>
          </a:p>
          <a:p>
            <a:r>
              <a:rPr lang="ko-KR" sz="1800"/>
              <a:t>A가 먼저여야 B를 출력하고,</a:t>
            </a:r>
          </a:p>
          <a:p>
            <a:r>
              <a:rPr lang="ko-KR" sz="1800"/>
              <a:t>B가 먼저여야 A를 출력하는 모순.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방문 집합 없는 탐색은 반복 위험.</a:t>
            </a:r>
          </a:p>
          <a:p>
            <a:r>
              <a:rPr lang="ko-KR" sz="1800"/>
              <a:t>현재 ANCESTORS는 set으로</a:t>
            </a:r>
          </a:p>
          <a:p>
            <a:r>
              <a:rPr lang="ko-KR" sz="1800"/>
              <a:t>재방문을 건너뜁니다.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DAG여야 모든 부모를 먼저 출력하는 순서를 만들 수 있습니다.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Repository.commit / topological_order / ancestors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14 · 남은 부모가 0개이면 출력합니다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LOG에서 “부모가 먼저” 조건을 만족시키기 위해 어떤 접근(예: 위상 정렬 성격의 출력)을 적용했는지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Kahn 알고리즘은 각 커밋의 남은 부모 수를 셉니다. 부모가 0개인 커밋을 큐에 넣고, 하나를 출력하면 그 자식의 남은 부모 수를 줄입니다. 0이 된 자식을 큐에 추가합니다.</a:t>
            </a:r>
          </a:p>
          <a:p>
            <a:r>
              <a:rPr lang="ko-KR" sz="1800"/>
              <a:t>저장 참조는 자식 → 부모지만, 계산할 때는 부모 → 자식 목록을 만듭니다. 전체 작업량은 O(V+E)입니다.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A → B, A → C로 계산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시작: A=0, B=1, C=1</a:t>
            </a:r>
          </a:p>
          <a:p>
            <a:r>
              <a:rPr lang="ko-KR" sz="1800"/>
              <a:t>A 출력: B=0, C=0</a:t>
            </a:r>
          </a:p>
          <a:p>
            <a:r>
              <a:rPr lang="ko-KR" sz="1800"/>
              <a:t>다음: B와 C 출력</a:t>
            </a:r>
          </a:p>
          <a:p>
            <a:r>
              <a:rPr lang="ko-KR" sz="1800"/>
              <a:t/>
            </a:r>
          </a:p>
          <a:p>
            <a:r>
              <a:rPr lang="ko-KR" sz="1800"/>
              <a:t>V = 커밋 수</a:t>
            </a:r>
          </a:p>
          <a:p>
            <a:r>
              <a:rPr lang="ko-KR" sz="1800"/>
              <a:t>E = 부모 연결 수</a:t>
            </a:r>
          </a:p>
          <a:p>
            <a:r>
              <a:rPr lang="ko-KR" sz="1800"/>
              <a:t>큐는 인덱스로 읽어</a:t>
            </a:r>
          </a:p>
          <a:p>
            <a:r>
              <a:rPr lang="ko-KR" sz="1800"/>
              <a:t>pop(0)의 이동 비용을 피합니다.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이미 출력한 부모를 하나씩 지워, 모든 부모가 끝난 자식만 출력합니다.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mini_git/traversal.py: topological_order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15 · BFS는 가까운 커밋부터 확인합니다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PATH에서 최단 경로를 찾기 위해 어떤 알고리즘(예: BFS)을 선택했고, 간선을 무방향으로 정의한 이유를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연결 하나를 지나갈 때 비용이 모두 1이므로, 가까운 곳부터 탐색하는 BFS가 최소 간선 수를 찾습니다.</a:t>
            </a:r>
          </a:p>
          <a:p>
            <a:r>
              <a:rPr lang="ko-KR" sz="1800"/>
              <a:t>과제에서 PATH의 부모 연결을 무방향으로 보라고 정했기 때문에 양쪽으로 이동합니다. 이는 저장된 부모 참조 방향과 구분해야 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B → A, C → A가 저장돼 있어도</a:t>
            </a:r>
          </a:p>
          <a:p>
            <a:r>
              <a:rPr lang="ko-KR" sz="1800"/>
              <a:t>PATH에서는 B ↔ A ↔ C입니다.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B에서 시작</a:t>
            </a:r>
          </a:p>
          <a:p>
            <a:r>
              <a:rPr lang="ko-KR" sz="1800"/>
              <a:t>거리 0: B</a:t>
            </a:r>
          </a:p>
          <a:p>
            <a:r>
              <a:rPr lang="ko-KR" sz="1800"/>
              <a:t>거리 1: A</a:t>
            </a:r>
          </a:p>
          <a:p>
            <a:r>
              <a:rPr lang="ko-KR" sz="1800"/>
              <a:t>거리 2: C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거리 동률이면 양쪽 BFS 결과를</a:t>
            </a:r>
          </a:p>
          <a:p>
            <a:r>
              <a:rPr lang="ko-KR" sz="1800"/>
              <a:t>이용해 hash 사전순 경로 선택.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같은 비용의 연결에서는 BFS가 가장 적은 연결을 지나는 길을 찾습니다.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mini_git/traversal.py: _undirected_adjacency / _bfs_distances / shortest_path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16 · 병합 정렬은 평균·최악 O(N log N)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정렬 알고리즘의 평균/최악 시간복잡도와 안정 정렬 여부를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데이터를 절반씩 나누면 약 log₂N개 층이 생깁니다. 각 병합 층에서는 전체 N개 데이터를 처리하므로 평균·최악 시간복잡도가 O(N log N)입니다. 추가 공간은 O(N)입니다.</a:t>
            </a:r>
          </a:p>
          <a:p>
            <a:r>
              <a:rPr lang="ko-KR" sz="1800"/>
              <a:t>비교 키가 같을 때 &lt;=로 왼쪽 원소를 먼저 선택하므로 안정 정렬입니다. 원래 입력은 바꾸지 않고 새 결과 목록을 반환합니다.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8 → 4 → 2 → 1: 분할 3단계</a:t>
            </a:r>
          </a:p>
          <a:p>
            <a:r>
              <a:rPr lang="ko-KR" sz="1800"/>
              <a:t>층마다 전체 약 8개 처리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정렬 전</a:t>
            </a:r>
          </a:p>
          <a:p>
            <a:r>
              <a:rPr lang="ko-KR" sz="1800"/>
              <a:t>Bob, Alice①, Alice②</a:t>
            </a:r>
          </a:p>
          <a:p>
            <a:r>
              <a:rPr lang="ko-KR" sz="1800"/>
              <a:t>정렬 후</a:t>
            </a:r>
          </a:p>
          <a:p>
            <a:r>
              <a:rPr lang="ko-KR" sz="1800"/>
              <a:t>Alice①, Alice②, Bob</a:t>
            </a:r>
          </a:p>
          <a:p>
            <a:r>
              <a:rPr lang="ko-KR" sz="1800"/>
              <a:t/>
            </a:r>
          </a:p>
          <a:p>
            <a:r>
              <a:rPr lang="ko-KR" sz="1800"/>
              <a:t>①·②는 설명용 표식.</a:t>
            </a:r>
          </a:p>
          <a:p>
            <a:r>
              <a:rPr lang="ko-KR" sz="1800"/>
              <a:t>같은 이름의 원래 순서는 유지.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절반씩 나누고 합치며, 같은 값끼리는 원래 순서를 유지합니다.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mini_git/sorting.py: merge_sort / _merge / test_sort_keys_and_stability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17 · 색인은 검색어로 바로 찾는 목록입니다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역색인이 순회 검색보다 빠른 이유를, 자료구조/시간복잡도 관점에서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전체 순회는 커밋 N개를 하나씩 확인합니다. 역색인은 단어 또는 작성자에 연결된 hash 목록을 dict에서 평균 O(1)에 찾고, 결과 k개를 복사·출력하는 데 O(k)가 듭니다.</a:t>
            </a:r>
          </a:p>
          <a:p>
            <a:r>
              <a:rPr lang="ko-KR" sz="1800"/>
              <a:t>메시지 검사 비용을 빼더라도 순회는 O(N)이고 실제 비용은 메시지 길이에도 영향을 받습니다. 여러 단어의 구문 검색은 후보 메시지를 추가 검사하므로 항상 O(1)은 아닙니다.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단어 색인</a:t>
            </a:r>
          </a:p>
          <a:p>
            <a:r>
              <a:rPr lang="ko-KR" sz="1800"/>
              <a:t>login → [B]</a:t>
            </a:r>
          </a:p>
          <a:p>
            <a:r>
              <a:rPr lang="ko-KR" sz="1800"/>
              <a:t>feature → [B, C]</a:t>
            </a:r>
          </a:p>
          <a:p>
            <a:r>
              <a:rPr lang="ko-KR" sz="1800"/>
              <a:t>작성자 색인</a:t>
            </a:r>
          </a:p>
          <a:p>
            <a:r>
              <a:rPr lang="ko-KR" sz="1800"/>
              <a:t>Alice Kim → [A, B, C]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 100만 개, 결과 3개라면</a:t>
            </a:r>
          </a:p>
          <a:p>
            <a:r>
              <a:rPr lang="ko-KR" sz="1800"/>
              <a:t>목록을 찾고 3개 결과만 처리.</a:t>
            </a:r>
          </a:p>
          <a:p>
            <a:r>
              <a:rPr lang="ko-KR" sz="1800"/>
              <a:t>검색어 정규화 비용은 별도입니다.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미리 만든 목록으로 검색 범위를 줄이지만 결과 출력 비용은 남습니다.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mini_git/index.py: search_keyword / search_author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18 · 10배 커지면 전체 탐색이 부담됩니다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커밋 수가 10배 늘어났을 때 병목이 될 지점을 예측하고, 개선 방향(자료구조/알고리즘)을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현재 LOG·PATH·조상 탐색은 방문하는 커밋과 연결 수에 비례합니다. PATH는 매 요청마다 양방향 연결 목록도 다시 만듭니다. 정렬은 O(N log N), 큰 검색 결과의 복사·출력도 병목이 될 수 있습니다.</a:t>
            </a:r>
          </a:p>
          <a:p>
            <a:r>
              <a:rPr lang="ko-KR" sz="1800"/>
              <a:t>개선안은 인접 목록을 커밋 생성 시 갱신하기, 변경 시 무효화하는 캐시, 결과 페이지 나누기, hash 길이 늘리기입니다. 개선 효과는 실행 시간·메모리를 측정해 판단합니다.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현재 구현이 아닌 개선 제안</a:t>
            </a:r>
          </a:p>
          <a:p>
            <a:r>
              <a:rPr lang="ko-KR" sz="1800"/>
              <a:t/>
            </a:r>
          </a:p>
          <a:p>
            <a:r>
              <a:rPr lang="ko-KR" sz="1800"/>
              <a:t>N이 10배, 연결도 10배라면</a:t>
            </a:r>
          </a:p>
          <a:p>
            <a:r>
              <a:rPr lang="ko-KR" sz="1800"/>
              <a:t>O(V+E) 작업은 대략 10배.</a:t>
            </a:r>
          </a:p>
          <a:p>
            <a:r>
              <a:rPr lang="ko-KR" sz="1800"/>
              <a:t>정렬은 정확히 10배가 아니라</a:t>
            </a:r>
          </a:p>
          <a:p>
            <a:r>
              <a:rPr lang="ko-KR" sz="1800"/>
              <a:t>10N·log(10N)에 비례.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공통 단어 검색 → 결과도 커짐.</a:t>
            </a:r>
          </a:p>
          <a:p>
            <a:r>
              <a:rPr lang="ko-KR" sz="1800"/>
              <a:t>6자리 hash → 충돌 부담 증가.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먼저 실제 병목을 측정하고, 반복 계산과 큰 출력을 줄이겠습니다.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현재: traversal.py / sorting.py / index.py / commit.py · 개선안은 미구현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19 · 부모 방향만 허용하면 길이 줄어듭니다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PATH의 간선 정의를 “부모 방향만 허용”으로 바꾸면 결과가 어떻게 달라지고, 구현은 무엇을 바꿔야 하는지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방향을 자식 → 부모로 제한하면 출발 커밋의 조상 쪽으로만 이동할 수 있습니다. 형제 커밋 사이에 공통 부모가 있어도 부모에서 자식으로 내려갈 수 없어 경로가 없어질 수 있습니다.</a:t>
            </a:r>
          </a:p>
          <a:p>
            <a:r>
              <a:rPr lang="ko-KR" sz="1800"/>
              <a:t>인접 목록에는 adjacency[child].append(parent)만 둡니다. 출발점은 부모 방향으로 BFS, 도착점은 반대 그래프로 BFS해 남은 거리를 계산해야 합니다. 자기 자신은 여전히 거리 0입니다.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현재: B ↔ A ↔ C</a:t>
            </a:r>
          </a:p>
          <a:p>
            <a:r>
              <a:rPr lang="ko-KR" sz="1800"/>
              <a:t>PATH B C → B → A → C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부모 방향만: B → A, C → A</a:t>
            </a:r>
          </a:p>
          <a:p>
            <a:r>
              <a:rPr lang="ko-KR" sz="1800"/>
              <a:t>PATH B C → No path</a:t>
            </a:r>
          </a:p>
          <a:p>
            <a:r>
              <a:rPr lang="ko-KR" sz="1800"/>
              <a:t>PATH B A → B → A</a:t>
            </a:r>
          </a:p>
          <a:p>
            <a:r>
              <a:rPr lang="ko-KR" sz="1800"/>
              <a:t>PATH A B → No path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개선안: 두 번째 BFS에는</a:t>
            </a:r>
          </a:p>
          <a:p>
            <a:r>
              <a:rPr lang="ko-KR" sz="1800"/>
              <a:t>간선을 뒤집은 그래프를 사용.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연결돼 있어도 화살표 방향으로 갈 수 없으면 경로가 없습니다.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현재: _undirected_adjacency / shortest_path · 방향 변경은 미구현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20 · 부모 우선과 작성자순을 함께 지키려면</a:t>
            </a:r>
          </a:p>
          <a:p>
            <a:r>
              <a:rPr lang="ko-KR" sz="1800"/>
              <a:t/>
            </a:r>
          </a:p>
          <a:p>
            <a:r>
              <a:rPr lang="ko-KR" sz="1800"/>
              <a:t>LOG --sort-by=author 요구사항이 “부모-자식 선후도 유지”로 강화된다면, 어떤 전략으로 해결할지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먼저 위상 정렬로 지금 출력해도 되는 후보를 정하고, 후보 중 작성자 이름이 가장 앞선 커밋을 선택합니다. 선택 후 자식의 남은 부모 수를 줄여 새 후보를 추가합니다.</a:t>
            </a:r>
          </a:p>
          <a:p>
            <a:r>
              <a:rPr lang="ko-KR" sz="1800"/>
              <a:t>모든 커밋을 작성자 이름만으로 정렬하면 부모보다 자식이 먼저 나올 수 있습니다. 두 조건이 충돌하면 부모 우선을 지키고, 선택 가능한 후보 안에서 작성자순을 적용해야 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현재 구현이 아닌 강화 전략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부모 Zed → 자식 Alice</a:t>
            </a:r>
          </a:p>
          <a:p>
            <a:r>
              <a:rPr lang="ko-KR" sz="1800"/>
              <a:t>전체 이름순: Alice → Zed (위반)</a:t>
            </a:r>
          </a:p>
          <a:p>
            <a:r>
              <a:rPr lang="ko-KR" sz="1800"/>
              <a:t>강화 규칙: Zed → Alice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동시에 가능한 Alice와 Bob은</a:t>
            </a:r>
          </a:p>
          <a:p>
            <a:r>
              <a:rPr lang="ko-KR" sz="1800"/>
              <a:t>Alice를 먼저 선택.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직접 만든 최소 힙이면</a:t>
            </a:r>
          </a:p>
          <a:p>
            <a:r>
              <a:rPr lang="ko-KR" sz="1800"/>
              <a:t>O(E + V log V)로 후보 관리.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부모 조건을 먼저 지키고, 준비된 후보들 안에서 작성자순을 고릅니다.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현재: Repository.log_sorted / sorting.py · 우선순위 위상 정렬은 미구현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r>
              <a:rPr lang="ko-KR" sz="1800"/>
              <a:t>발표 21 · 순번과 난수는 재현성이 다릅니다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해시 생성 방식을 카운터 기반 ↔ 난수 기반으로 바꿀 때 테스트/재현성/디버깅에 미치는 영향을 설명할 수 있는가?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답변</a:t>
            </a:r>
          </a:p>
          <a:p>
            <a:r>
              <a:rPr lang="ko-KR" sz="1800"/>
              <a:t>카운터는 0, 1, 2처럼 증가하므로 입력 시각과 시작 상태까지 고정하면 생성 과정을 재현하기 쉽습니다. 현재 hash에는 시각도 들어가므로 카운터만으로 실행마다 같은 hash가 나오지는 않습니다.</a:t>
            </a:r>
          </a:p>
          <a:p>
            <a:r>
              <a:rPr lang="ko-KR" sz="1800"/>
              <a:t>난수는 실행마다 달라져 재현이 어려워질 수 있습니다. 테스트에서는 난수 생성기를 주입하고 seed·시각을 고정하거나 지정 값을 반환하게 합니다. 어느 방식이든 기존 hash 검사와 충돌 재시도가 필요합니다.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예시</a:t>
            </a:r>
          </a:p>
          <a:p>
            <a:r>
              <a:rPr lang="ko-KR" sz="1800"/>
              <a:t>현재: 내용 + 시각 + 카운터</a:t>
            </a:r>
          </a:p>
          <a:p>
            <a:r>
              <a:rPr lang="ko-KR" sz="1800"/>
              <a:t>변경안: 내용 + 시각 + 난수</a:t>
            </a:r>
          </a:p>
          <a:p>
            <a:r>
              <a:rPr lang="ko-KR" sz="1800"/>
              <a:t/>
            </a:r>
          </a:p>
          <a:p>
            <a:r>
              <a:rPr lang="ko-KR" sz="1800"/>
              <a:t>테스트</a:t>
            </a:r>
          </a:p>
          <a:p>
            <a:r>
              <a:rPr lang="ko-KR" sz="1800"/>
              <a:t>고정 시각·고정 카운터/seed</a:t>
            </a:r>
          </a:p>
          <a:p>
            <a:r>
              <a:rPr lang="ko-KR" sz="1800"/>
              <a:t>강제 충돌 → 재시도 확인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디버깅</a:t>
            </a:r>
          </a:p>
          <a:p>
            <a:r>
              <a:rPr lang="ko-KR" sz="1800"/>
              <a:t>생성 조건을 기록하면 재현 쉬움.</a:t>
            </a:r>
          </a:p>
          <a:p>
            <a:r>
              <a:rPr lang="ko-KR" sz="1800"/>
              <a:t>테스트용 seed는 보안 보장이 아님.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발표 한 문장</a:t>
            </a:r>
          </a:p>
          <a:p>
            <a:r>
              <a:rPr lang="ko-KR" sz="1800"/>
              <a:t>카운터와 난수 모두 중복 검사가 필요하며, 재현 조건을 따로 고정해야 합니다.</a:t>
            </a:r>
          </a:p>
          <a:p>
            <a:r>
              <a:rPr lang="ko-KR" sz="1800"/>
              <a:t/>
            </a:r>
          </a:p>
          <a:p>
            <a:r>
              <a:rPr lang="ko-KR" sz="1800"/>
              <a:t>근거: 현재: generate_commit_hash / test_hash_collision_retry · 난수 방식은 미구현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ini Git 평가자 질문과 답변">
    <p:bg>
      <p:bgPr>
        <a:solidFill>
          <a:srgbClr val="142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E9B55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START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01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635000" y="1143000"/>
            <a:ext cx="10795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500"/>
              </a:lnSpc>
            </a:pPr>
            <a:r>
              <a:rPr lang="ko-KR" sz="50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Mini Git</a:t>
            </a:r>
            <a:endParaRPr lang="ko-KR" sz="5000"/>
          </a:p>
          <a:p>
            <a:pPr algn="l">
              <a:lnSpc>
                <a:spcPts val="6500"/>
              </a:lnSpc>
            </a:pPr>
            <a:r>
              <a:rPr lang="ko-KR" sz="50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평가자 질문과 답변</a:t>
            </a:r>
            <a:endParaRPr lang="ko-KR" sz="5000"/>
          </a:p>
        </p:txBody>
      </p:sp>
      <p:sp>
        <p:nvSpPr>
          <p:cNvPr id="6" name="Text 6"/>
          <p:cNvSpPr txBox="1"/>
          <p:nvPr/>
        </p:nvSpPr>
        <p:spPr>
          <a:xfrm>
            <a:off x="666750" y="30480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95"/>
              </a:lnSpc>
            </a:pPr>
            <a:r>
              <a:rPr lang="ko-KR" sz="21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20개 질문 · 쉬운 답변 · 코드 근거 · 개선 제안</a:t>
            </a:r>
            <a:endParaRPr lang="ko-KR" sz="2150"/>
          </a:p>
        </p:txBody>
      </p:sp>
      <p:sp>
        <p:nvSpPr>
          <p:cNvPr id="7" name="Text 7"/>
          <p:cNvSpPr txBox="1"/>
          <p:nvPr/>
        </p:nvSpPr>
        <p:spPr>
          <a:xfrm>
            <a:off x="666750" y="3873500"/>
            <a:ext cx="1079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30"/>
              </a:lnSpc>
            </a:pPr>
            <a:r>
              <a:rPr lang="ko-KR" sz="21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기능 확인 → 구조 설명 → 원리 이해 → 개선 제안</a:t>
            </a:r>
            <a:endParaRPr lang="ko-KR" sz="2100"/>
          </a:p>
        </p:txBody>
      </p:sp>
      <p:sp>
        <p:nvSpPr>
          <p:cNvPr id="8" name="Text 8"/>
          <p:cNvSpPr txBox="1"/>
          <p:nvPr/>
        </p:nvSpPr>
        <p:spPr>
          <a:xfrm>
            <a:off x="666750" y="4635500"/>
            <a:ext cx="1079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lang="ko-KR" sz="20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항목 1: 6개 질문    항목 2: 5개 질문</a:t>
            </a:r>
            <a:endParaRPr lang="ko-KR" sz="2000"/>
          </a:p>
          <a:p>
            <a:pPr algn="l">
              <a:lnSpc>
                <a:spcPts val="2600"/>
              </a:lnSpc>
            </a:pPr>
            <a:r>
              <a:rPr lang="ko-KR" sz="20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항목 3: 5개 질문    항목 4: 4개 질문</a:t>
            </a:r>
            <a:endParaRPr lang="ko-KR" sz="2000"/>
          </a:p>
        </p:txBody>
      </p:sp>
      <p:sp>
        <p:nvSpPr>
          <p:cNvPr id="9" name="Text 9"/>
          <p:cNvSpPr txBox="1"/>
          <p:nvPr/>
        </p:nvSpPr>
        <p:spPr>
          <a:xfrm>
            <a:off x="666750" y="59690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항목 4는 현재 미구현인 개선 전략입니다.</a:t>
            </a:r>
            <a:endParaRPr lang="ko-KR" sz="1600"/>
          </a:p>
        </p:txBody>
      </p:sp>
      <p:sp>
        <p:nvSpPr>
          <p:cNvPr id="10" name="Text 10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D7DFDB"/>
                </a:solidFill>
                <a:latin typeface="Arial"/>
                <a:ea typeface="Malgun Gothic"/>
                <a:cs typeface="Arial"/>
              </a:rPr>
              <a:t xml:space="preserve">근거: 평가자 질문항목 · main.py · mini_git/</a:t>
            </a:r>
            <a:endParaRPr lang="ko-K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IT은 새 저장소의 시작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01/20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02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INIT은 새 저장소의 시작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INIT &lt;user_name&gt; 실행 후 main 브랜치/HEAD/현재 사용자 설정이 정상적으로 초기화되어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INIT은 기존 커밋과 검색 색인을 비우고 main 브랜치를 만듭니다. 현재 브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랜치는 main, 현재 사용자는 입력한 이름으로 설정됩니다.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첫 커밋 전에는 main이 가리키는 커밋이 없어 HEAD 값은 None입니다.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mini-git&gt;에서 입력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INIT "Alice Kim"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확인: 아직 커밋 없음.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current_branch = "main"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branches["main"] = None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current_user = "Alice Kim"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INIT은 이름만 바꾸는 명령이 아니라 저장소를 새로 시작하는 명령입니다.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mini_git/repository.py: Repository.init</a:t>
            </a:r>
            <a:endParaRPr lang="ko-K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브랜치는 커밋을 가리키는 이름표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02/20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03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브랜치는 커밋을 가리키는 이름표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BRANCH &lt;name&gt; 생성 후 SWITCH &lt;name&gt;로 전환되며, 이후 COMMIT이 해당 브랜치에 반영되는가?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BRANCH는 현재 커밋을 가리키는 새 이름표를 만듭니다. BRANCH만으로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현재 브랜치가 바뀌지는 않습니다.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SWITCH로 전환한 뒤 COMMIT하면 새 커밋의 부모는 그 브랜치의 마지막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커밋이 되고, 해당 브랜치만 새 커밋으로 이동합니다.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mini-git&gt;에서 입력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INIT "Alice Kim"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 "Initial commit"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BRANCH feature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SWITCH feature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 "Add login feature"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main → 최초 커밋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feature → 새 커밋 B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B의 부모 → A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BRANCH는 생성, SWITCH는 전환, COMMIT은 현재 브랜치 갱신입니다.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mini_git/repository.py: branch / switch / commit</a:t>
            </a:r>
            <a:endParaRPr lang="ko-K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G는 부모를 먼저 보여줍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03/20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04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LOG는 부모를 먼저 보여줍니다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LOG가 “부모 커밋이 자식 커밋보다 먼저” 출력되도록 동작하는가?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LOG는 날짜가 아니라 부모 관계를 기준으로 순서를 정합니다. 부모가 없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는 커밋부터 출력하고, 아직 출력하지 않은 부모가 0개인 자식을 다음 후보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에 넣습니다.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이 방식은 Kahn의 위상 정렬입니다. 동시에 후보가 된 커밋은 큐에 들어온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순서로 처리합니다.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 참조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 → A, C → A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LOG의 가능한 출력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 → B → C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핵심: A는 반드시 B·C 앞.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B와 C의 선후는 부모 조건이 아님.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검증: 각 부모의 출력 위치가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자식의 위치보다 앞인지 확인.</a:t>
            </a:r>
            <a:endParaRPr lang="ko-KR" sz="13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부모가 먼저라는 규칙을 날짜가 아닌 그래프 관계로 보장합니다.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mini_git/traversal.py: topological_order / tests/test_mini_git.py</a:t>
            </a:r>
            <a:endParaRPr lang="ko-K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H는 가장 짧은 연결을 찾습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04/20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05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PATH는 가장 짧은 연결을 찾습니다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 &lt;a&gt; &lt;b&gt;가 경로가 있으면 최단 경로를, 없으면 No path를 출력하는가?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PATH는 부모·자식 연결을 양방향으로 보고 BFS로 최단 거리를 찾습니다.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출발점과 도착점에서 각각 거리를 구하고, 최단 경로 위의 다음 후보 중 ha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sh가 가장 작은 것을 선택합니다.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연결이 없으면 No path를 출력합니다. 존재하지 않는 hash는 Unknown c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ommit 오류로 구분합니다.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B의 부모 A, C의 부모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B C → B → A → C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간선 수는 2개입니다.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독립된 두 루트 A와 X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A X → No path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A A →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자기 자신까지의 간선 수는 0.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※ A/B/C는 설명용 표식입니다.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거리부터 최소화하고, 거리가 같은 경로는 hash 사전순으로 고릅니다.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mini_git/traversal.py: shortest_path / repository.py: shortest_path</a:t>
            </a:r>
            <a:endParaRPr lang="ko-K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CESTORS는 모든 조상을 모읍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05/20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06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ANCESTORS는 모든 조상을 모읍니다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ANCESTORS &lt;hash&gt;가 모든 조상을 빠짐없이 출력하는가?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부모 목록부터 시작해 부모의 부모를 BFS로 따라갑니다. 이미 방문한 has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h는 set에 기록해 다시 결과에 넣지 않습니다.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두 경로 중 하나만 고르는 것이 아니라 모든 조상을 모읍니다. 시작 커밋 자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신은 결과에서 제외합니다.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D의 부모: B, C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B의 부모: A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C의 부모: A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ANCESTORS D → B, C, A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A는 두 경로로 만나도 한 번만.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D는 자기 자신이므로 제외.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 없는 A → No ancestors.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부모를 모두 따라가되, 같은 조상은 한 번만 기록합니다.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mini_git/traversal.py: ancestors / test_merge_ancestors_and_lexicographic_path</a:t>
            </a:r>
            <a:endParaRPr lang="ko-K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검색과 정렬은 기준이 다릅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1 · 질문 06/20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07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검색과 정렬은 기준이 다릅니다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SEARCH &lt;keyword&gt; / SEARCH --author=&lt;name&gt; / LOG --sort-by=date|author가 요구사항대로 동작하는가?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SEARCH는 단어·작성자 역색인으로 커밋을 찾습니다. 단어는 소문자로 통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일하고, 여러 단어는 순서대로 붙어 있는 구문인지 검사합니다. 작성자 이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름은 전체가 정확히 일치해야 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 --sort-by는 직접 만든 안정 병합 정렬을 사용합니다. 날짜 또는 작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성자 기준이며, 일반 LOG의 부모 우선 규칙과는 별도입니다.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메시지: Add login feature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SEARCH login → 일치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SEARCH "login feature" → 일치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SEARCH "feature login" → 불일치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SEARCH --author="Alice Kim"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 --sort-by=date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 --sort-by=author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CLI 작성자는 INIT에서 정합니다.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검색은 조건에 맞는 커밋을 찾고, 정렬은 출력 순서를 바꿉니다.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mini_git/index.py / sorting.py / Repository.search_keyword·log_sorted</a:t>
            </a:r>
            <a:endParaRPr lang="ko-K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저장 상태와 알고리즘을 분리했습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2 · 질문 07/20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08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저장 상태와 알고리즘을 분리했습니다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 저장소/브랜치/HEAD/사용자 정보를 어떤 구조로 분리했고, 각 책임을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Repository.commits는 hash → Commit 딕셔너리입니다. branches는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브랜치 이름 → 마지막 커밋 hash, current_branch는 현재 브랜치 이름, cu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rrent_user는 작성자를 저장합니다.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현재 HEAD는 branches[current_branch]로 확인합니다. CLI는 입력·출력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, Repository는 상태, 별도 모듈은 알고리즘을 담당합니다.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main.py → 실행 시작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cli.py → 명령 해석·결과 출력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repository.py → 저장 상태 관리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commit.py → 커밋·hash 생성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traversal.py → 그래프 탐색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sorting.py → 병합 정렬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index.py → 검색 색인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errors.py → 오류 종류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입력, 상태, 알고리즘을 나누면 각 부분을 따로 이해하고 검사할 수 있습니다.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mini_git/repository.py: __init__ / cli.py / mini_git 각 모듈</a:t>
            </a:r>
            <a:endParaRPr lang="ko-K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sh로 바로 찾고 중복은 재시도합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2 · 질문 08/20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09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hash로 바로 찾고 중복은 재시도합니다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 hash로 빠르게 조회하기 위해 어떤 키-값 구조를 사용했고, 중복/충돌을 어떻게 방지했는지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dict는 hash를 키로 사용해 커밋을 평균 O(1)에 조회합니다. list에서 같은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hash를 찾으면 하나씩 확인해야 하므로 O(N)입니다.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메시지·작성자·시각·부모·순번을 SHA-1으로 계산해 앞 6자리를 사용합니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다. 기존 hash와 같으면 순번을 바꿔 다시 생성합니다. 순번만으로 충돌이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사라지는 것은 아닙니다.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commits["5f8188"] → 해당 커밋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hash 생성 → 이미 있는가?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아니요 → 사용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예 → 새 순번으로 다시 생성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6자리의 가능한 값: 16⁶개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= 16,777,216개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공간이 다 차면 현재 재시도는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종료되지 않는 한계가 있습니다.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중복을 막는 핵심은 기존 hash 검사와 충돌 시 재시도입니다.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mini_git/commit.py: generate_commit_hash / test_hash_collision_retry</a:t>
            </a:r>
            <a:endParaRPr lang="ko-K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IT 직후 검색 색인을 갱신합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2 · 질문 09/20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10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COMMIT 직후 검색 색인을 갱신합니다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커밋이 추가될 때 역색인(author/keyword)을 어떤 시점에, 어떤 방식으로 갱신하도록 설계했는지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새 Commit을 저장하고 현재 브랜치를 갱신한 다음 index.add_commit을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호출합니다. 따라서 새 커밋을 바로 검색할 수 있습니다.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메시지를 공백으로 나누고 소문자로 바꿉니다. 단어 → hash 목록과 작성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자 → hash 목록에 추가하며, 같은 커밋의 반복 단어는 한 번만 색인합니다.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 "Login login feature"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토큰: login, login, feature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단어별 중복 제거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login → [새 hash] 한 번만 추가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feature → [새 hash]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Alice Kim → [새 hash]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INIT을 다시 실행하면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두 색인도 새로 비웁니다.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커밋을 만드는 순간 색인도 갱신하므로 검색할 때 전체를 훑지 않습니다.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Repository.commit / mini_git/index.py: add_commit</a:t>
            </a:r>
            <a:endParaRPr lang="ko-K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탐색 함수를 따로 호출할 수 있습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2 · 질문 10/20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11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탐색 함수를 따로 호출할 수 있습니다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LOG, PATH, ANCESTORS에서 사용하는 그래프 탐색 로직을 어떻게 재사용 가능하게 구성했는지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LOG·PATH·ANCESTORS의 탐색은 traversal.py의 독립된 함수입니다.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 딕셔너리와 필요한 hash를 입력받아 결과를 반환하고, 화면 출력이나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현재 사용자 상태에 의존하지 않습니다.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PATH는 양쪽 거리 계산에 같은 BFS 함수를 재사용합니다. 조상 탐색은 부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모 방향만 이동하는 별도 함수로 구현합니다.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topological_order(commits)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ancestors(commits, hash)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shortest_path(commits, a, b)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Repository → 함수 호출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함수 → 결과 반환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CLI → 결과 출력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테스트도 CLI 없이 직접 호출해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다중 부모 그래프를 검사합니다.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저장 상태와 화면에 의존하지 않는 함수로 탐색을 재사용합니다.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 / repository.py / tests/test_mini_git.py</a:t>
            </a:r>
            <a:endParaRPr lang="ko-KR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주석에는 동작과 이유를 적었습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2 · 질문 11/20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12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주석에는 동작과 이유를 적었습니다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주요 함수/클래스에 docstring/주석을 어떤 기준으로 작성했는지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클래스에는 역할과 주요 필드, 함수에는 입력·반환값·처리 규칙을 설명했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습니다. 단순히 코드 한 줄을 되풀이하기보다 선택한 이유와 주의할 조건을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적었습니다.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예를 들어 부모 방향, 방문 중복 제거, hash 충돌 재시도, &lt;=로 안정성을 유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지하는 이유, 시간복잡도를 설명합니다.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Commit: hash와 parents의 의미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ancestors: 자신 제외·중복 제거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shortest_path: 무방향·사전순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_merge: 같으면 왼쪽 먼저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generate_commit_hash: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기존 hash와 비교 후 재시도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원칙: 무엇을 하는가 + 왜 그렇게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하는가 + 어떤 조건이 중요한가.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다음 사람이 코드의 목적과 선택 이유를 이해할 수 있게 설명했습니다.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Commit / traversal.py 함수 docstring / sorting.py:_merge / commit.py</a:t>
            </a:r>
            <a:endParaRPr lang="ko-KR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G는 방향이 있고 순환이 없습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3 · 질문 12/20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13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DAG는 방향이 있고 순환이 없습니다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 그래프가 왜 DAG여야 하는지, 사이클이 생기면 어떤 문제가 발생하는지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커밋은 부모를 가리키므로 방향이 있습니다. 새 커밋은 먼저 존재하던 커밋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만 부모로 참조하고 기존 부모 참조를 바꾸지 않습니다. 따라서 부모를 따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라가면 생성 순서가 계속 이전으로 가며 자기 자신으로 돌아올 수 없습니다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사이클이 생기면 부모 우선 순서는 만들 수 없습니다. 현재 Kahn 구현은 순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환 노드를 모두 출력하지 못하며, 별도 사이클 오류 검사까지 구현한 것은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아닙니다.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정상: B → A, C → A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순환: A → B → A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A가 먼저여야 B를 출력하고,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B가 먼저여야 A를 출력하는 모순.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방문 집합 없는 탐색은 반복 위험.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현재 ANCESTORS는 set으로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재방문을 건너뜁니다.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DAG여야 모든 부모를 먼저 출력하는 순서를 만들 수 있습니다.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Repository.commit / topological_order / ancestors</a:t>
            </a:r>
            <a:endParaRPr lang="ko-KR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남은 부모가 0개이면 출력합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3 · 질문 13/20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14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남은 부모가 0개이면 출력합니다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LOG에서 “부모가 먼저” 조건을 만족시키기 위해 어떤 접근(예: 위상 정렬 성격의 출력)을 적용했는지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Kahn 알고리즘은 각 커밋의 남은 부모 수를 셉니다. 부모가 0개인 커밋을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큐에 넣고, 하나를 출력하면 그 자식의 남은 부모 수를 줄입니다. 0이 된 자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식을 큐에 추가합니다.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저장 참조는 자식 → 부모지만, 계산할 때는 부모 → 자식 목록을 만듭니다.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전체 작업량은 O(V+E)입니다.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 → B, A → C로 계산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시작: A=0, B=1, C=1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 출력: B=0, C=0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다음: B와 C 출력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V = 커밋 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E = 부모 연결 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큐는 인덱스로 읽어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pop(0)의 이동 비용을 피합니다.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이미 출력한 부모를 하나씩 지워, 모든 부모가 끝난 자식만 출력합니다.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mini_git/traversal.py: topological_order</a:t>
            </a:r>
            <a:endParaRPr lang="ko-KR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FS는 가까운 커밋부터 확인합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3 · 질문 14/20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15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BFS는 가까운 커밋부터 확인합니다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PATH에서 최단 경로를 찾기 위해 어떤 알고리즘(예: BFS)을 선택했고, 간선을 무방향으로 정의한 이유를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연결 하나를 지나갈 때 비용이 모두 1이므로, 가까운 곳부터 탐색하는 BFS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가 최소 간선 수를 찾습니다.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과제에서 PATH의 부모 연결을 무방향으로 보라고 정했기 때문에 양쪽으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로 이동합니다. 이는 저장된 부모 참조 방향과 구분해야 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 → A, C → A가 저장돼 있어도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PATH에서는 B ↔ A ↔ C입니다.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B에서 시작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거리 0: B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거리 1: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거리 2: C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거리 동률이면 양쪽 BFS 결과를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이용해 hash 사전순 경로 선택.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같은 비용의 연결에서는 BFS가 가장 적은 연결을 지나는 길을 찾습니다.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mini_git/traversal.py: _undirected_adjacency / _bfs_distances / shortest_path</a:t>
            </a:r>
            <a:endParaRPr lang="ko-KR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병합 정렬은 평균·최악 O(N log N)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3 · 질문 15/20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16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병합 정렬은 평균·최악 O(N log N)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정렬 알고리즘의 평균/최악 시간복잡도와 안정 정렬 여부를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데이터를 절반씩 나누면 약 log₂N개 층이 생깁니다. 각 병합 층에서는 전체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N개 데이터를 처리하므로 평균·최악 시간복잡도가 O(N log N)입니다. 추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가 공간은 O(N)입니다.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비교 키가 같을 때 &lt;=로 왼쪽 원소를 먼저 선택하므로 안정 정렬입니다. 원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래 입력은 바꾸지 않고 새 결과 목록을 반환합니다.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8 → 4 → 2 → 1: 분할 3단계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층마다 전체 약 8개 처리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정렬 전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Bob, Alice①, Alice②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정렬 후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Alice①, Alice②, Bob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①·②는 설명용 표식.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같은 이름의 원래 순서는 유지.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절반씩 나누고 합치며, 같은 값끼리는 원래 순서를 유지합니다.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mini_git/sorting.py: merge_sort / _merge / test_sort_keys_and_stability</a:t>
            </a:r>
            <a:endParaRPr lang="ko-KR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색인은 검색어로 바로 찾는 목록입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3 · 질문 16/20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17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색인은 검색어로 바로 찾는 목록입니다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역색인이 순회 검색보다 빠른 이유를, 자료구조/시간복잡도 관점에서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현재 구현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전체 순회는 커밋 N개를 하나씩 확인합니다. 역색인은 단어 또는 작성자에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연결된 hash 목록을 dict에서 평균 O(1)에 찾고, 결과 k개를 복사·출력하는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데 O(k)가 듭니다.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메시지 검사 비용을 빼더라도 순회는 O(N)이고 실제 비용은 메시지 길이에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도 영향을 받습니다. 여러 단어의 구문 검색은 후보 메시지를 추가 검사하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므로 항상 O(1)은 아닙니다.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단어 색인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login → [B]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feature → [B, C]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작성자 색인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Alice Kim → [A, B, C]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커밋 100만 개, 결과 3개라면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목록을 찾고 3개 결과만 처리.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검색어 정규화 비용은 별도입니다.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미리 만든 목록으로 검색 범위를 줄이지만 결과 출력 비용은 남습니다.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mini_git/index.py: search_keyword / search_author</a:t>
            </a:r>
            <a:endParaRPr lang="ko-KR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배 커지면 전체 탐색이 부담됩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4 · 질문 17/20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18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10배 커지면 전체 탐색이 부담됩니다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커밋 수가 10배 늘어났을 때 병목이 될 지점을 예측하고, 개선 방향(자료구조/알고리즘)을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개선 제안(미구현)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현재 LOG·PATH·조상 탐색은 방문하는 커밋과 연결 수에 비례합니다. PA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TH는 매 요청마다 양방향 연결 목록도 다시 만듭니다. 정렬은 O(N log N),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큰 검색 결과의 복사·출력도 병목이 될 수 있습니다.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개선안은 인접 목록을 커밋 생성 시 갱신하기, 변경 시 무효화하는 캐시, 결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과 페이지 나누기, hash 길이 늘리기입니다. 개선 효과는 실행 시간·메모리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를 측정해 판단합니다.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현재 구현이 아닌 개선 제안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N이 10배, 연결도 10배라면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O(V+E) 작업은 대략 10배.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정렬은 정확히 10배가 아니라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10N·log(10N)에 비례.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공통 단어 검색 → 결과도 커짐.</a:t>
            </a:r>
            <a:endParaRPr lang="ko-KR" sz="1600"/>
          </a:p>
          <a:p>
            <a:pPr algn="l">
              <a:lnSpc>
                <a:spcPts val="2080"/>
              </a:lnSpc>
            </a:pPr>
            <a:r>
              <a:rPr lang="ko-KR" sz="16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6자리 hash → 충돌 부담 증가.</a:t>
            </a:r>
            <a:endParaRPr lang="ko-KR" sz="16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먼저 실제 병목을 측정하고, 반복 계산과 큰 출력을 줄이겠습니다.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현재: traversal.py / sorting.py / index.py / commit.py · 개선안은 미구현</a:t>
            </a:r>
            <a:endParaRPr lang="ko-KR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부모 방향만 허용하면 길이 줄어듭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4 · 질문 18/20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19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부모 방향만 허용하면 길이 줄어듭니다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PATH의 간선 정의를 “부모 방향만 허용”으로 바꾸면 결과가 어떻게 달라지고, 구현은 무엇을 바꿔야 하는지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개선 제안(미구현)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방향을 자식 → 부모로 제한하면 출발 커밋의 조상 쪽으로만 이동할 수 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습니다. 형제 커밋 사이에 공통 부모가 있어도 부모에서 자식으로 내려갈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수 없어 경로가 없어질 수 있습니다.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인접 목록에는 adjacency[child].append(parent)만 둡니다. 출발점은 부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모 방향으로 BFS, 도착점은 반대 그래프로 BFS해 남은 거리를 계산해야 합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니다. 자기 자신은 여전히 거리 0입니다.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현재: B ↔ A ↔ C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B C → B → A → C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 방향만: B → A, C →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B C → No path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B A → B → A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PATH A B → No path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개선안: 두 번째 BFS에는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간선을 뒤집은 그래프를 사용.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연결돼 있어도 화살표 방향으로 갈 수 없으면 경로가 없습니다.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현재: _undirected_adjacency / shortest_path · 방향 변경은 미구현</a:t>
            </a:r>
            <a:endParaRPr lang="ko-KR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부모 우선과 작성자순을 함께 지키려면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4 · 질문 19/20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20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부모 우선과 작성자순을 함께 지키려면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LOG --sort-by=author 요구사항이 “부모-자식 선후도 유지”로 강화된다면, 어떤 전략으로 해결할지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개선 제안(미구현)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먼저 위상 정렬로 지금 출력해도 되는 후보를 정하고, 후보 중 작성자 이름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이 가장 앞선 커밋을 선택합니다. 선택 후 자식의 남은 부모 수를 줄여 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후보를 추가합니다.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모든 커밋을 작성자 이름만으로 정렬하면 부모보다 자식이 먼저 나올 수 있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습니다. 두 조건이 충돌하면 부모 우선을 지키고, 선택 가능한 후보 안에서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작성자순을 적용해야 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현재 구현이 아닌 강화 전략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 Zed → 자식 Alice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전체 이름순: Alice → Zed (위반)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강화 규칙: Zed → Alice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동시에 가능한 Alice와 Bob은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Alice를 먼저 선택.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직접 만든 최소 힙이면</a:t>
            </a:r>
            <a:endParaRPr lang="ko-KR" sz="1300"/>
          </a:p>
          <a:p>
            <a:pPr algn="l">
              <a:lnSpc>
                <a:spcPts val="1690"/>
              </a:lnSpc>
            </a:pPr>
            <a:r>
              <a:rPr lang="ko-KR" sz="13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O(E + V log V)로 후보 관리.</a:t>
            </a:r>
            <a:endParaRPr lang="ko-KR" sz="13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부모 조건을 먼저 지키고, 준비된 후보들 안에서 작성자순을 고릅니다.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현재: Repository.log_sorted / sorting.py · 우선순위 위상 정렬은 미구현</a:t>
            </a:r>
            <a:endParaRPr lang="ko-KR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순번과 난수는 재현성이 다릅니다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412750"/>
            <a:ext cx="444500" cy="50800"/>
          </a:xfrm>
          <a:prstGeom prst="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079500" y="317500"/>
            <a:ext cx="889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항목 4 · 질문 20/20  /  MINI GIT</a:t>
            </a:r>
            <a:endParaRPr lang="ko-KR" sz="1250"/>
          </a:p>
        </p:txBody>
      </p:sp>
      <p:sp>
        <p:nvSpPr>
          <p:cNvPr id="4" name="Text 4"/>
          <p:cNvSpPr txBox="1"/>
          <p:nvPr/>
        </p:nvSpPr>
        <p:spPr>
          <a:xfrm>
            <a:off x="10477500" y="317500"/>
            <a:ext cx="120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5"/>
              </a:lnSpc>
            </a:pPr>
            <a:r>
              <a:rPr lang="ko-KR" sz="12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21 / 21</a:t>
            </a:r>
            <a:endParaRPr lang="ko-KR" sz="1250"/>
          </a:p>
        </p:txBody>
      </p:sp>
      <p:sp>
        <p:nvSpPr>
          <p:cNvPr id="5" name="Text 5"/>
          <p:cNvSpPr txBox="1"/>
          <p:nvPr/>
        </p:nvSpPr>
        <p:spPr>
          <a:xfrm>
            <a:off x="508000" y="793750"/>
            <a:ext cx="11176000" cy="60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30"/>
              </a:lnSpc>
            </a:pPr>
            <a:r>
              <a:rPr lang="ko-KR" sz="3100" b="1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순번과 난수는 재현성이 다릅니다</a:t>
            </a:r>
            <a:endParaRPr lang="ko-KR" sz="3100"/>
          </a:p>
        </p:txBody>
      </p:sp>
      <p:sp>
        <p:nvSpPr>
          <p:cNvPr id="6" name="Shape 6"/>
          <p:cNvSpPr/>
          <p:nvPr/>
        </p:nvSpPr>
        <p:spPr>
          <a:xfrm>
            <a:off x="508000" y="1460500"/>
            <a:ext cx="11176000" cy="920750"/>
          </a:xfrm>
          <a:prstGeom prst="roundRect">
            <a:avLst/>
          </a:prstGeom>
          <a:solidFill>
            <a:srgbClr val="EBEEE8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543050"/>
            <a:ext cx="1085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ko-KR" sz="12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평가자 질문</a:t>
            </a:r>
            <a:endParaRPr lang="ko-KR" sz="1250"/>
          </a:p>
        </p:txBody>
      </p:sp>
      <p:sp>
        <p:nvSpPr>
          <p:cNvPr id="8" name="Text 8"/>
          <p:cNvSpPr txBox="1"/>
          <p:nvPr/>
        </p:nvSpPr>
        <p:spPr>
          <a:xfrm>
            <a:off x="666750" y="1847850"/>
            <a:ext cx="10858500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해시 생성 방식을 카운터 기반 ↔ 난수 기반으로 바꿀 때 테스트/재현성/디버깅에 미치는 영향을 설명할 수 있는가?</a:t>
            </a:r>
            <a:endParaRPr lang="ko-KR" sz="1650"/>
          </a:p>
        </p:txBody>
      </p:sp>
      <p:sp>
        <p:nvSpPr>
          <p:cNvPr id="9" name="Shape 9"/>
          <p:cNvSpPr/>
          <p:nvPr/>
        </p:nvSpPr>
        <p:spPr>
          <a:xfrm>
            <a:off x="508000" y="2540000"/>
            <a:ext cx="6858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D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524750" y="2540000"/>
            <a:ext cx="4159250" cy="3143250"/>
          </a:xfrm>
          <a:prstGeom prst="roundRect">
            <a:avLst/>
          </a:prstGeom>
          <a:solidFill>
            <a:srgbClr val="14253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98500" y="26670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168B82"/>
                </a:solidFill>
                <a:latin typeface="Arial"/>
                <a:ea typeface="Malgun Gothic"/>
                <a:cs typeface="Arial"/>
              </a:rPr>
              <a:t xml:space="preserve">쉬운 답변 · 개선 제안(미구현)</a:t>
            </a:r>
            <a:endParaRPr lang="ko-KR" sz="1450"/>
          </a:p>
        </p:txBody>
      </p:sp>
      <p:sp>
        <p:nvSpPr>
          <p:cNvPr id="12" name="Text 12"/>
          <p:cNvSpPr txBox="1"/>
          <p:nvPr/>
        </p:nvSpPr>
        <p:spPr>
          <a:xfrm>
            <a:off x="698500" y="3092450"/>
            <a:ext cx="6477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카운터는 0, 1, 2처럼 증가하므로 입력 시각과 시작 상태까지 고정하면 생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성 과정을 재현하기 쉽습니다. 현재 hash에는 시각도 들어가므로 카운터만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으로 실행마다 같은 hash가 나오지는 않습니다.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난수는 실행마다 달라져 재현이 어려워질 수 있습니다. 테스트에서는 난수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생성기를 주입하고 seed·시각을 고정하거나 지정 값을 반환하게 합니다.</a:t>
            </a:r>
            <a:endParaRPr lang="ko-KR" sz="1800"/>
          </a:p>
          <a:p>
            <a:pPr algn="l">
              <a:lnSpc>
                <a:spcPts val="2340"/>
              </a:lnSpc>
            </a:pPr>
            <a:r>
              <a:rPr lang="ko-KR" sz="1800" b="0">
                <a:solidFill>
                  <a:srgbClr val="142536"/>
                </a:solidFill>
                <a:latin typeface="Arial"/>
                <a:ea typeface="Malgun Gothic"/>
                <a:cs typeface="Arial"/>
              </a:rPr>
              <a:t xml:space="preserve">어느 방식이든 기존 hash 검사와 충돌 재시도가 필요합니다.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7715250" y="2667000"/>
            <a:ext cx="377825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5"/>
              </a:lnSpc>
            </a:pPr>
            <a:r>
              <a:rPr lang="ko-KR" sz="1450" b="1">
                <a:solidFill>
                  <a:srgbClr val="E9B55B"/>
                </a:solidFill>
                <a:latin typeface="Arial"/>
                <a:ea typeface="Malgun Gothic"/>
                <a:cs typeface="Arial"/>
              </a:rPr>
              <a:t xml:space="preserve">예시 · 확인할 점</a:t>
            </a:r>
            <a:endParaRPr lang="ko-KR" sz="1450"/>
          </a:p>
        </p:txBody>
      </p:sp>
      <p:sp>
        <p:nvSpPr>
          <p:cNvPr id="14" name="Text 14"/>
          <p:cNvSpPr txBox="1"/>
          <p:nvPr/>
        </p:nvSpPr>
        <p:spPr>
          <a:xfrm>
            <a:off x="7715250" y="3092450"/>
            <a:ext cx="377825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현재: 내용 + 시각 + 카운터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변경안: 내용 + 시각 + 난수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테스트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고정 시각·고정 카운터/seed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강제 충돌 → 재시도 확인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/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디버깅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생성 조건을 기록하면 재현 쉬움.</a:t>
            </a:r>
            <a:endParaRPr lang="ko-KR" sz="1400"/>
          </a:p>
          <a:p>
            <a:pPr algn="l">
              <a:lnSpc>
                <a:spcPts val="1820"/>
              </a:lnSpc>
            </a:pPr>
            <a:r>
              <a:rPr lang="ko-KR" sz="1400" b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테스트용 seed는 보안 보장이 아님.</a:t>
            </a:r>
            <a:endParaRPr lang="ko-KR" sz="1400"/>
          </a:p>
        </p:txBody>
      </p:sp>
      <p:sp>
        <p:nvSpPr>
          <p:cNvPr id="15" name="Shape 15"/>
          <p:cNvSpPr/>
          <p:nvPr/>
        </p:nvSpPr>
        <p:spPr>
          <a:xfrm>
            <a:off x="508000" y="5842000"/>
            <a:ext cx="11176000" cy="58420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6750" y="5975350"/>
            <a:ext cx="10858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</a:pPr>
            <a:r>
              <a:rPr lang="ko-KR" sz="165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 xml:space="preserve">카운터와 난수 모두 중복 검사가 필요하며, 재현 조건을 따로 고정해야 합니다.</a:t>
            </a:r>
            <a:endParaRPr lang="ko-KR" sz="1650"/>
          </a:p>
        </p:txBody>
      </p:sp>
      <p:sp>
        <p:nvSpPr>
          <p:cNvPr id="17" name="Text 17"/>
          <p:cNvSpPr txBox="1"/>
          <p:nvPr/>
        </p:nvSpPr>
        <p:spPr>
          <a:xfrm>
            <a:off x="508000" y="65595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lang="ko-KR" sz="1000" b="0">
                <a:solidFill>
                  <a:srgbClr val="566979"/>
                </a:solidFill>
                <a:latin typeface="Arial"/>
                <a:ea typeface="Malgun Gothic"/>
                <a:cs typeface="Arial"/>
              </a:rPr>
              <a:t xml:space="preserve">근거: 현재: generate_commit_hash / test_hash_collision_retry · 난수 방식은 미구현</a:t>
            </a:r>
            <a:endParaRPr lang="ko-K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 Git">
  <a:themeElements>
    <a:clrScheme name="Mini Git">
      <a:dk1>
        <a:srgbClr val="142536"/>
      </a:dk1>
      <a:lt1>
        <a:srgbClr val="FFFFFF"/>
      </a:lt1>
      <a:dk2>
        <a:srgbClr val="566979"/>
      </a:dk2>
      <a:lt2>
        <a:srgbClr val="F5F2EA"/>
      </a:lt2>
      <a:accent1>
        <a:srgbClr val="168B82"/>
      </a:accent1>
      <a:accent2>
        <a:srgbClr val="E9B55B"/>
      </a:accent2>
      <a:accent3>
        <a:srgbClr val="42677E"/>
      </a:accent3>
      <a:accent4>
        <a:srgbClr val="85A99C"/>
      </a:accent4>
      <a:accent5>
        <a:srgbClr val="CCA66F"/>
      </a:accent5>
      <a:accent6>
        <a:srgbClr val="77919C"/>
      </a:accent6>
      <a:hlink>
        <a:srgbClr val="168B82"/>
      </a:hlink>
      <a:folHlink>
        <a:srgbClr val="765A91"/>
      </a:folHlink>
    </a:clrScheme>
    <a:fontScheme name="Korean Learning">
      <a:majorFont>
        <a:latin typeface="Arial"/>
        <a:ea typeface="Malgun Gothic"/>
        <a:cs typeface="Arial"/>
      </a:majorFont>
      <a:minorFont>
        <a:latin typeface="Arial"/>
        <a:ea typeface="Malgun Gothic"/>
        <a:cs typeface="Arial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Mini Git presentation builder</Application>
  <PresentationFormat>Widescreen</PresentationFormat>
  <Slides>21</Slides>
  <Notes>21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 Git 평가자 질문과 답변</dc:title>
  <dc:subject>Mini Git 초보자 실행·검증·평가 발표</dc:subject>
  <dc:creator>Mini Git Project</dc:creator>
  <dc:description>26장, 편집 가능한 도형·텍스트와 발표자 노트</dc:description>
  <dcterms:created xsi:type="dcterms:W3CDTF">2026-10-09T00:00:00Z</dcterms:created>
</cp:coreProperties>
</file>